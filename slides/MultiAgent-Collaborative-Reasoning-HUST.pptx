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viewProps.xml" ContentType="application/vnd.openxmlformats-officedocument.presentationml.viewProps+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1" r:id="rId2"/>
    <p:sldMasterId id="2147483674" r:id="rId3"/>
    <p:sldMasterId id="2147483687" r:id="rId4"/>
    <p:sldMasterId id="2147483700" r:id="rId5"/>
    <p:sldMasterId id="2147483713" r:id="rId6"/>
    <p:sldMasterId id="2147483726" r:id="rId7"/>
    <p:sldMasterId id="2147483739" r:id="rId8"/>
  </p:sldMasterIdLst>
  <p:notesMasterIdLst>
    <p:notesMasterId r:id="rId43"/>
  </p:notesMasterIdLst>
  <p:sldIdLst>
    <p:sldId id="256" r:id="rId14"/>
    <p:sldId id="257" r:id="rId15"/>
    <p:sldId id="258" r:id="rId16"/>
    <p:sldId id="259" r:id="rId17"/>
    <p:sldId id="260" r:id="rId18"/>
    <p:sldId id="261" r:id="rId19"/>
    <p:sldId id="262" r:id="rId20"/>
    <p:sldId id="263" r:id="rId21"/>
    <p:sldId id="264" r:id="rId22"/>
    <p:sldId id="265" r:id="rId23"/>
    <p:sldId id="266" r:id="rId24"/>
    <p:sldId id="282" r:id="rId48"/>
    <p:sldId id="283" r:id="rId49"/>
    <p:sldId id="284" r:id="rId50"/>
    <p:sldId id="285" r:id="rId51"/>
    <p:sldId id="286" r:id="rId52"/>
    <p:sldId id="267" r:id="rId25"/>
    <p:sldId id="268" r:id="rId26"/>
    <p:sldId id="269" r:id="rId27"/>
    <p:sldId id="270" r:id="rId28"/>
    <p:sldId id="271" r:id="rId29"/>
    <p:sldId id="272" r:id="rId30"/>
    <p:sldId id="273" r:id="rId31"/>
    <p:sldId id="274" r:id="rId32"/>
    <p:sldId id="275" r:id="rId33"/>
    <p:sldId id="276" r:id="rId34"/>
    <p:sldId id="277" r:id="rId35"/>
    <p:sldId id="278" r:id="rId36"/>
    <p:sldId id="279" r:id="rId37"/>
    <p:sldId id="280" r:id="rId38"/>
    <p:sldId id="281" r:id="rId39"/>
  </p:sldIdLst>
  <p:sldSz cx="12192000" cy="6858000"/>
  <p:notesSz cx="6858000" cy="9144000"/>
  <p:defaultTextStyle>
    <a:defPPr>
      <a:buNone/>
    </a:defPPr>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60714"/>
  </p:normalViewPr>
  <p:slideViewPr>
    <p:cSldViewPr snapToGrid="0">
      <p:cViewPr varScale="1">
        <p:scale>
          <a:sx n="74" d="100"/>
          <a:sy n="74" d="100"/>
        </p:scale>
        <p:origin x="2560"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5" Type="http://schemas.openxmlformats.org/officeDocument/2006/relationships/slideMaster" Target="slideMasters/slideMaster5.xml"/><Relationship Id="rId6" Type="http://schemas.openxmlformats.org/officeDocument/2006/relationships/slideMaster" Target="slideMasters/slideMaster6.xml"/><Relationship Id="rId7" Type="http://schemas.openxmlformats.org/officeDocument/2006/relationships/slideMaster" Target="slideMasters/slideMaster7.xml"/><Relationship Id="rId8" Type="http://schemas.openxmlformats.org/officeDocument/2006/relationships/slideMaster" Target="slideMasters/slideMaster8.xml"/><Relationship Id="rId14" Type="http://schemas.openxmlformats.org/officeDocument/2006/relationships/slide" Target="slides/slide1.xml"/><Relationship Id="rId15" Type="http://schemas.openxmlformats.org/officeDocument/2006/relationships/slide" Target="slides/slide2.xml"/><Relationship Id="rId16" Type="http://schemas.openxmlformats.org/officeDocument/2006/relationships/slide" Target="slides/slide3.xml"/><Relationship Id="rId17" Type="http://schemas.openxmlformats.org/officeDocument/2006/relationships/slide" Target="slides/slide4.xml"/><Relationship Id="rId18" Type="http://schemas.openxmlformats.org/officeDocument/2006/relationships/slide" Target="slides/slide5.xml"/><Relationship Id="rId19" Type="http://schemas.openxmlformats.org/officeDocument/2006/relationships/slide" Target="slides/slide6.xml"/><Relationship Id="rId20" Type="http://schemas.openxmlformats.org/officeDocument/2006/relationships/slide" Target="slides/slide7.xml"/><Relationship Id="rId21" Type="http://schemas.openxmlformats.org/officeDocument/2006/relationships/slide" Target="slides/slide8.xml"/><Relationship Id="rId22" Type="http://schemas.openxmlformats.org/officeDocument/2006/relationships/slide" Target="slides/slide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12.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15.xml"/><Relationship Id="rId29" Type="http://schemas.openxmlformats.org/officeDocument/2006/relationships/slide" Target="slides/slide16.xml"/><Relationship Id="rId30" Type="http://schemas.openxmlformats.org/officeDocument/2006/relationships/slide" Target="slides/slide17.xml"/><Relationship Id="rId31" Type="http://schemas.openxmlformats.org/officeDocument/2006/relationships/slide" Target="slides/slide18.xml"/><Relationship Id="rId32" Type="http://schemas.openxmlformats.org/officeDocument/2006/relationships/slide" Target="slides/slide19.xml"/><Relationship Id="rId33" Type="http://schemas.openxmlformats.org/officeDocument/2006/relationships/slide" Target="slides/slide20.xml"/><Relationship Id="rId34" Type="http://schemas.openxmlformats.org/officeDocument/2006/relationships/slide" Target="slides/slide21.xml"/><Relationship Id="rId35" Type="http://schemas.openxmlformats.org/officeDocument/2006/relationships/slide" Target="slides/slide22.xml"/><Relationship Id="rId36" Type="http://schemas.openxmlformats.org/officeDocument/2006/relationships/slide" Target="slides/slide23.xml"/><Relationship Id="rId37" Type="http://schemas.openxmlformats.org/officeDocument/2006/relationships/slide" Target="slides/slide24.xml"/><Relationship Id="rId38" Type="http://schemas.openxmlformats.org/officeDocument/2006/relationships/slide" Target="slides/slide25.xml"/><Relationship Id="rId39" Type="http://schemas.openxmlformats.org/officeDocument/2006/relationships/slide" Target="slides/slide26.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  <Relationship Id="rId48" Type="http://schemas.openxmlformats.org/officeDocument/2006/relationships/slide" Target="slides/slide27.xml"/>
  <Relationship Id="rId49" Type="http://schemas.openxmlformats.org/officeDocument/2006/relationships/slide" Target="slides/slide28.xml"/>
  <Relationship Id="rId50" Type="http://schemas.openxmlformats.org/officeDocument/2006/relationships/slide" Target="slides/slide29.xml"/>
  <Relationship Id="rId51" Type="http://schemas.openxmlformats.org/officeDocument/2006/relationships/slide" Target="slides/slide30.xml"/>
  <Relationship Id="rId52" Type="http://schemas.openxmlformats.org/officeDocument/2006/relationships/slide" Target="slides/slide31.xml"/>
</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666666"/>
                </a:solidFill>
                <a:latin typeface="Roboto Medium"/>
              </a:rPr>
              <a:t>Qwen3-4B, random topology (F1 / accuracy)</a:t>
            </a:r>
          </a:p>
        </c:rich>
      </c:tx>
      <c:layout/>
      <c:overlay val="0"/>
    </c:title>
    <c:autoTitleDeleted val="0"/>
    <c:plotArea>
      <c:barChart>
        <c:barDir val="col"/>
        <c:grouping val="clustered"/>
        <c:ser>
          <c:idx val="0"/>
          <c:order val="0"/>
          <c:tx>
            <c:strRef>
              <c:f>Sheet1!$B$1</c:f>
              <c:strCache>
                <c:ptCount val="1"/>
                <c:pt idx="0">
                  <c:v>AgentDropout</c:v>
                </c:pt>
              </c:strCache>
            </c:strRef>
          </c:tx>
          <c:spPr>
            <a:solidFill>
              <a:srgbClr val="B8C6D4"/>
            </a:solidFill>
          </c:spPr>
          <c:cat>
            <c:strRef>
              <c:f>Sheet1!$A$2:$A$6</c:f>
              <c:strCache>
                <c:ptCount val="5"/>
                <c:pt idx="0">
                  <c:v>HotpotQA</c:v>
                </c:pt>
                <c:pt idx="1">
                  <c:v>2Wiki</c:v>
                </c:pt>
                <c:pt idx="2">
                  <c:v>MuSiQue</c:v>
                </c:pt>
                <c:pt idx="3">
                  <c:v>MATH-500</c:v>
                </c:pt>
                <c:pt idx="4">
                  <c:v>MMLU-Pro</c:v>
                </c:pt>
              </c:strCache>
            </c:strRef>
          </c:cat>
          <c:val>
            <c:numRef>
              <c:f>Sheet1!$B$2:$B$6</c:f>
              <c:numCache>
                <c:formatCode>General</c:formatCode>
                <c:ptCount val="5"/>
                <c:pt idx="0">
                  <c:v>73.14</c:v>
                </c:pt>
                <c:pt idx="1">
                  <c:v>78.45</c:v>
                </c:pt>
                <c:pt idx="2">
                  <c:v>37.06</c:v>
                </c:pt>
                <c:pt idx="3">
                  <c:v>82.6</c:v>
                </c:pt>
                <c:pt idx="4">
                  <c:v>67.4</c:v>
                </c:pt>
              </c:numCache>
            </c:numRef>
          </c:val>
        </c:ser>
        <c:ser>
          <c:idx val="1"/>
          <c:order val="1"/>
          <c:tx>
            <c:strRef>
              <c:f>Sheet1!$C$1</c:f>
              <c:strCache>
                <c:ptCount val="1"/>
                <c:pt idx="0">
                  <c:v>AGENT-RADAR</c:v>
                </c:pt>
              </c:strCache>
            </c:strRef>
          </c:tx>
          <c:spPr>
            <a:solidFill>
              <a:srgbClr val="003366"/>
            </a:solidFill>
          </c:spPr>
          <c:cat>
            <c:strRef>
              <c:f>Sheet1!$A$2:$A$6</c:f>
              <c:strCache>
                <c:ptCount val="5"/>
                <c:pt idx="0">
                  <c:v>HotpotQA</c:v>
                </c:pt>
                <c:pt idx="1">
                  <c:v>2Wiki</c:v>
                </c:pt>
                <c:pt idx="2">
                  <c:v>MuSiQue</c:v>
                </c:pt>
                <c:pt idx="3">
                  <c:v>MATH-500</c:v>
                </c:pt>
                <c:pt idx="4">
                  <c:v>MMLU-Pro</c:v>
                </c:pt>
              </c:strCache>
            </c:strRef>
          </c:cat>
          <c:val>
            <c:numRef>
              <c:f>Sheet1!$C$2:$C$6</c:f>
              <c:numCache>
                <c:formatCode>General</c:formatCode>
                <c:ptCount val="5"/>
                <c:pt idx="0">
                  <c:v>80.78</c:v>
                </c:pt>
                <c:pt idx="1">
                  <c:v>80.81</c:v>
                </c:pt>
                <c:pt idx="2">
                  <c:v>39.72</c:v>
                </c:pt>
                <c:pt idx="3">
                  <c:v>88.8</c:v>
                </c:pt>
                <c:pt idx="4">
                  <c:v>69.4</c:v>
                </c:pt>
              </c:numCache>
            </c:numRef>
          </c:val>
        </c:ser>
        <c:dLbls>
          <c:numFmt formatCode="0.0" sourceLinked="0"/>
          <c:txPr>
            <a:bodyPr/>
            <a:lstStyle/>
            <a:p>
              <a:pPr>
                <a:defRPr sz="1100">
                  <a:latin typeface="Roboto Medium"/>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CFDAE8"/>
            </a:solidFill>
          </a:ln>
        </c:spPr>
        <c:txPr>
          <a:bodyPr/>
          <a:lstStyle/>
          <a:p>
            <a:pPr>
              <a:defRPr sz="1200">
                <a:latin typeface="Roboto Medium"/>
              </a:defRPr>
            </a:pPr>
          </a:p>
        </c:txPr>
        <c:crossAx val="-2113994440"/>
        <c:crosses val="autoZero"/>
        <c:auto val="1"/>
        <c:lblAlgn val="ctr"/>
        <c:lblOffset val="100"/>
        <c:noMultiLvlLbl val="0"/>
      </c:catAx>
      <c:valAx>
        <c:axId val="-2113994440"/>
        <c:scaling>
          <c:max val="100.0"/>
          <c:min val="0.0"/>
        </c:scaling>
        <c:delete/>
        <c:axPos val="l"/>
        <c:majorTickMark val="out"/>
        <c:minorTickMark val="none"/>
        <c:tickLblPos val="nextTo"/>
        <c:crossAx val="-2068027336"/>
        <c:crosses val="autoZero"/>
      </c:valAx>
    </c:plotArea>
    <c:legend>
      <c:legendPos val="b"/>
      <c:overlay val="0"/>
      <c:txPr>
        <a:bodyPr/>
        <a:lstStyle/>
        <a:p>
          <a:pPr>
            <a:defRPr sz="1200">
              <a:latin typeface="Roboto Medium"/>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9.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(Người trình bày: Trần Xuân Hương)</a:t>
            </a:r>
          </a:p>
          <a:p/>
          <a:p>
            <a:r>
              <a:t>Em xin chào cô và các bạn. Sau đây em xin phép thay mặt nhóm trình bày bài tập lớn dạng tiểu luận của nhóm em, với chủ đề số 3: Multi-Agent Systems và Collaborative Reasoning.</a:t>
            </a:r>
          </a:p>
          <a:p/>
          <a:p>
            <a:r>
              <a:t>Nói ngắn gọn, chủ đề này nghiên cứu cách nhiều agent dựa trên LLM cùng phối hợp để giải một bài toán, thay vì chỉ dùng một mô hình duy nhất. Nhóm em đã chọn 8 paper mới nhất trên arXiv, nộp từ tháng 5 đến tháng 9 năm 2026, để khảo sát, phân tích và so sánh.</a:t>
            </a:r>
          </a:p>
          <a:p/>
          <a:p>
            <a:r>
              <a:t>Nhóm em gồm 4 thành viên: em Trần Xuân Hương, bạn Vũ Tùng Dương, bạn Phạm Việt Dũng và bạn Lê Văn Đức. Mỗi bạn phụ trách 2 paper cùng một hướng và sẽ trình bày phần của mình.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(Người trình bày: Trần Xuân Hương)</a:t>
            </a:r>
          </a:p>
          <a:p/>
          <a:p>
            <a:r>
              <a:t>Bài trình bày gồm sáu phần.</a:t>
            </a:r>
          </a:p>
          <a:p>
            <a:r>
              <a:t>- Phần một giới thiệu bối cảnh, các thách thức của multi-agent system và cách nhóm chọn 8 paper.</a:t>
            </a:r>
          </a:p>
          <a:p>
            <a:r>
              <a:t>- Phần hai đến phần năm là bốn hướng nghiên cứu, mỗi hướng có 2 paper: Safety &amp; Robustness, Orchestration &amp; Control, Communication &amp; Interaction và Domain Applications.</a:t>
            </a:r>
          </a:p>
          <a:p>
            <a:r>
              <a:t>- Phần sáu so sánh có hệ thống 8 paper, chỉ ra research gap và kết luận.</a:t>
            </a:r>
          </a:p>
          <a:p/>
          <a:p>
            <a:r>
              <a:t>Em sẽ trình bày phần một và phần hai, sau đó lần lượt là bạn Dương, bạn Dũng và bạn Đức.</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(Người trình bày: Trần Xuân Hương)</a:t>
            </a:r>
          </a:p>
          <a:p/>
          <a:p>
            <a:r>
              <a:t>Em xin bắt đầu với phần một: multi-agent system là gì, vì sao nó đang được quan tâm, bốn thách thức chính, và cách nhóm em chọn cũng như phân loại 8 paper.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(Người trình bày: Trần Xuân Hương)</a:t>
            </a:r>
          </a:p>
          <a:p/>
          <a:p>
            <a:r>
              <a:t>Một agent dựa trên LLM gồm ba thành phần: backbone LLM, role prompt mô tả vai trò, và có thể thêm tool như web search hay code interpreter. Khi ghép nhiều agent lại, mỗi agent đảm nhận một vai trò, ví dụ người lập kế hoạch, người viết code, người phản biện, và chúng trao đổi message để cùng đi đến lời giải. Các framework tiêu biểu là CAMEL, AutoGen, MetaGPT và multi-agent debate.</a:t>
            </a:r>
          </a:p>
          <a:p/>
          <a:p>
            <a:r>
              <a:t>Ở bên phải là cách nhìn quan trọng nhất của cả bài: MAS có thể xem như một communication graph. Mỗi node là một agent; cạnh từ v_j sang v_i nghĩa là output của v_j trở thành context của v_i. Topology của đồ thị này quyết định hiệu năng, nên có những công trình tối ưu nó như GPTSwarm, G-Designer, hoặc cắt bớt cạnh như AgentPrune.</a:t>
            </a:r>
          </a:p>
          <a:p/>
          <a:p>
            <a:r>
              <a:t>Điểm em muốn nhấn mạnh là đến năm 2026, câu hỏi không còn là "cộng tác có giúp ích không", mà chuyển sang hiệu quả, luồng thông tin, an toàn và ứng dụng. Đây cũng chính là bốn hướng của 8 paper.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(Người trình bày: Trần Xuân Hương)</a:t>
            </a:r>
          </a:p>
          <a:p/>
          <a:p>
            <a:r>
              <a:t>Khi đưa MAS vào thực tế, có bốn thách thức chính, và mỗi thách thức tương ứng với một số paper trong nhóm em chọn.</a:t>
            </a:r>
          </a:p>
          <a:p/>
          <a:p>
            <a:r>
              <a:t>- Thứ nhất là chi phí: mỗi agent là một hoặc nhiều lần gọi LLM, context lại dài dần qua các vòng, nên token, năng lượng GPU và latency đều tăng. ProgRouter và DAIN giải quyết vấn đề này.</a:t>
            </a:r>
          </a:p>
          <a:p>
            <a:r>
              <a:t>- Thứ hai là quá tải context: lịch sử hội thoại dài làm mô hình bỏ sót thông tin ở giữa, hiện tượng lost in the middle. Cách cũ là tóm tắt hoặc cắt bớt, nhưng đều mất thông tin. AGENT-RADAR đi theo hướng khác.</a:t>
            </a:r>
          </a:p>
          <a:p>
            <a:r>
              <a:t>- Thứ ba là lan truyền lỗi: output của agent này là input của agent kia, nên một hallucination hay một thông tin sai có thể lan theo cạnh và bị khuếch đại. Đây là nội dung của HalluProp và TIDE.</a:t>
            </a:r>
          </a:p>
          <a:p>
            <a:r>
              <a:t>- Thứ tư là bảo mật topology: topology là kết quả tối ưu tốn kém nên là tài sản trí tuệ, và nếu bị lộ thì kẻ tấn công biết agent nào quan trọng để tấn công. MIRAGE giải quyết vấn đề này.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(Người trình bày: Trần Xuân Hương)</a:t>
            </a:r>
          </a:p>
          <a:p/>
          <a:p>
            <a:r>
              <a:t>Về cách chọn bài: nhóm em truy vấn arXiv với những bài có cả "multi-agent" và "collaborative reasoning" trong abstract, sắp theo ngày nộp, rồi lấy 8 bài mới nhất. Bài mới nhất là MIRAGE nộp ngày 29 tháng 9, bài cũ nhất là AGENT-RADAR ngày 28 tháng 5 năm 2026.</a:t>
            </a:r>
          </a:p>
          <a:p/>
          <a:p>
            <a:r>
              <a:t>Cách chọn này ưu tiên tính thời sự, nên tập bài khá đa dạng: có bài phương pháp tổng quát, bài về an toàn, và cả bài ứng dụng chuyên ngành như y tế hay đô thị.</a:t>
            </a:r>
          </a:p>
          <a:p/>
          <a:p>
            <a:r>
              <a:t>Một lưu ý là 7 trên 8 bài vẫn là preprint, chưa qua bình duyệt. Chỉ UrbanAgent đã được nhận ở KDD 2026. Vì vậy khi đọc, nhóm em không chỉ tóm tắt mà còn đánh giá phản biện từng bài.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(Người trình bày: Trần Xuân Hương)</a:t>
            </a:r>
          </a:p>
          <a:p/>
          <a:p>
            <a:r>
              <a:t>Dựa trên câu hỏi chính mà mỗi bài giải quyết, nhóm em chia 8 paper thành bốn hướng, mỗi hướng 2 bài.</a:t>
            </a:r>
          </a:p>
          <a:p>
            <a:r>
              <a:t>- Safety &amp; Robustness hỏi: hệ thống có chống chịu được tấn công hay thông tin sai không? Gồm MIRAGE và TIDE.</a:t>
            </a:r>
          </a:p>
          <a:p>
            <a:r>
              <a:t>- Orchestration &amp; Control hỏi: ai chạy, chạy bằng mô hình nào, agent nào có rủi ro? Gồm ProgRouter và HalluProp.</a:t>
            </a:r>
          </a:p>
          <a:p>
            <a:r>
              <a:t>- Communication &amp; Interaction hỏi: agent nên trao đổi gì, với ai, mức độ nào? Gồm DAIN và AGENT-RADAR.</a:t>
            </a:r>
          </a:p>
          <a:p>
            <a:r>
              <a:t>- Domain Applications áp dụng cộng tác vào bài toán chuyên ngành: MAC-RRG cho X-quang và UrbanAgent cho đô thị.</a:t>
            </a:r>
          </a:p>
          <a:p/>
          <a:p>
            <a:r>
              <a:t>Cần lưu ý đây là phân loại theo mục tiêu chính; thực tế nhiều bài thuộc nhiều nhóm. Ví dụ HalluProp được xếp vào điều phối vì kết quả của nó dùng để cắt cạnh hay sửa vai trò, nhưng bản chất là một phương pháp an toàn.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(Người trình bày: Trần Xuân Hương)</a:t>
            </a:r>
          </a:p>
          <a:p/>
          <a:p>
            <a:r>
              <a:t>Một cách nhìn bổ sung là xét thời điểm mỗi phương pháp tác động lên vòng đời của một MAS, đi từ trái sang phải.</a:t>
            </a:r>
          </a:p>
          <a:p>
            <a:r>
              <a:t>- Trước khi chạy: HalluProp chỉ dùng role prompt, câu hỏi và đồ thị để ước lượng rủi ro, khi chưa agent nào trả lời.</a:t>
            </a:r>
          </a:p>
          <a:p>
            <a:r>
              <a:t>- Khi điều phối: ProgRouter chọn model cho từng bước; DAIN chọn agent nào được kích hoạt.</a:t>
            </a:r>
          </a:p>
          <a:p>
            <a:r>
              <a:t>- Khi giao tiếp: AGENT-RADAR quyết định agent chú ý vào câu nào; DAIN và UrbanAgent học cách các agent kết nối; MAC-RRG đưa tri thức từ hai agent retrieval vào.</a:t>
            </a:r>
          </a:p>
          <a:p>
            <a:r>
              <a:t>- Khi trả kết quả ra ngoài: MIRAGE tách cái được thực thi khỏi cái được phơi bày để đánh lừa kẻ tấn công.</a:t>
            </a:r>
          </a:p>
          <a:p>
            <a:r>
              <a:t>- Cuối cùng, TIDE là một khung đánh giá, theo dõi dòng chảy bằng chứng đúng và sai qua toàn bộ quá trình.</a:t>
            </a:r>
          </a:p>
          <a:p/>
          <a:p>
            <a:r>
              <a:t>Hình này cho thấy các paper bổ sung cho nhau chứ không trùng lặp.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(Người trình bày: Trần Xuân Hương)</a:t>
            </a:r>
          </a:p>
          <a:p/>
          <a:p>
            <a:r>
              <a:t>Tiếp theo là phần hai, hướng Safety &amp; Robustness. Hai paper ở đây nhìn an toàn từ hai phía: MIRAGE là một phương pháp phòng thủ, còn TIDE là một khung đánh giá cho thấy MAS dễ bị thông tin sai làm chệch hướng đến mức nào.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(Người trình bày: Trần Xuân Hương)</a:t>
            </a:r>
          </a:p>
          <a:p/>
          <a:p>
            <a:r>
              <a:t>Paper đầu tiên là MIRAGE. Trong một hệ multi-agent, topology, tức là agent nào gửi kết quả cho agent nào, là bí quyết của hệ thống, vì người ta phải tốn rất nhiều công để tối ưu nó.</a:t>
            </a:r>
          </a:p>
          <a:p>
            <a:r>
              <a:t>Vấn đề là có một tấn công tên CIA: kẻ tấn công chỉ cần hỏi hệ thống như người dùng bình thường, ép nó để lộ câu trả lời trung gian của các agent. Hai agent nối trực tiếp với nhau thì câu trả lời thường giống nhau hơn, nên kẻ tấn công đoán ra được cạnh. Biết topology rồi thì họ biết agent nào quan trọng để tấn công, hoặc sao chép thiết kế.</a:t>
            </a:r>
          </a:p>
          <a:p>
            <a:r>
              <a:t>Ý tưởng của MIRAGE rất đơn giản: hệ thống vẫn chạy trên đồ thị thật, nhưng thứ kẻ tấn công nhìn thấy lại khớp với một đồ thị giả. Giống như đưa cho kẻ trộm một tấm bản đồ giả.</a:t>
            </a:r>
          </a:p>
          <a:p>
            <a:r>
              <a:t>Câu hỏi đặt ra là làm vậy mà hệ thống không trả lời kém đi.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(Người trình bày: Trần Xuân Hương)</a:t>
            </a:r>
          </a:p>
          <a:p/>
          <a:p>
            <a:r>
              <a:t>MIRAGE làm việc này qua ba bước.</a:t>
            </a:r>
          </a:p>
          <a:p>
            <a:r>
              <a:t>- Bước một: tạo đồ thị giả. Giữ nguyên các agent, chỉ nối lại một số cạnh, sao cho đồ thị giả đủ khác đồ thị thật, nhưng vẫn hợp lệ, ví dụ không tạo vòng lặp.</a:t>
            </a:r>
          </a:p>
          <a:p>
            <a:r>
              <a:t>- Bước hai: làm cho cạnh giả trông như thật. Một LLM viết thêm dấu vết cho thấy agent B đã dùng kết quả của agent A, dù thực tế không có cạnh đó.</a:t>
            </a:r>
          </a:p>
          <a:p>
            <a:r>
              <a:t>- Bước ba: xoá dấu vết của cạnh thật bằng cách viết lại câu trả lời, giữ nguyên nội dung nhưng không còn lộ ai đã gửi tin cho ai.</a:t>
            </a:r>
          </a:p>
          <a:p>
            <a:r>
              <a:t>Điểm mấu chốt là hai phần bên dưới: bên trong hệ thống vẫn chạy theo đồ thị thật nên kết quả gần như không đổi; còn bên ngoài, kẻ tấn công chỉ thấy dấu vết của đồ thị giả.</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(Người trình bày: Vũ Tùng Dương)</a:t>
            </a:r>
          </a:p>
          <a:p/>
          <a:p>
            <a:r>
              <a:t>Em cảm ơn bạn Hương. Em là Dương, em xin trình bày phần ba: Orchestration &amp; Control. Hai paper trong phần này đều trả lời câu hỏi "nên điều khiển hệ thống như thế nào": ProgRouter chọn model nào cho mỗi bước để tiết kiệm chi phí, còn HalluProp tìm ra agent nào có rủi ro trước khi hệ thống chạy.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(Người trình bày: Vũ Tùng Dương)</a:t>
            </a:r>
          </a:p>
          <a:p/>
          <a:p>
            <a:r>
              <a:t>ProgRouter giải quyết bài toán chi phí. Trong workflow kiểu Magentic-One, một coordinator lập kế hoạch và giao việc cho các worker. Các router hiện có như RouteLLM hay MasRouter chỉ quyết định một lần cho mỗi câu hỏi, trong khi workflow cần quyết định ở từng bước: vai trò này, ở bước này, nên dùng model nào trong model zoo.</a:t>
            </a:r>
          </a:p>
          <a:p/>
          <a:p>
            <a:r>
              <a:t>ProgRouter có ba thành phần:</a:t>
            </a:r>
          </a:p>
          <a:p>
            <a:r>
              <a:t>- Progress scorer: chấm tiến độ của tác vụ từ 0 đến 1, dựa trên trạng thái tổng thể, phần việc đã xong và xu hướng.</a:t>
            </a:r>
          </a:p>
          <a:p>
            <a:r>
              <a:t>- Progress predictor: dự báo nếu dùng model m thì tiến độ tăng bao nhiêu, kết hợp nhánh đặc trưng bảng và nhánh embedding bằng XGBoost.</a:t>
            </a:r>
          </a:p>
          <a:p>
            <a:r>
              <a:t>- Online decision theo Lyapunov: điểm của mỗi model là lợi ích tiến độ trừ các khoản phạt chi phí và thời gian; phạt tăng mạnh khi ngân sách sắp cạn.</a:t>
            </a:r>
          </a:p>
          <a:p/>
          <a:p>
            <a:r>
              <a:t>Kết quả: trong ngân sách năng lượng, ProgRouter đạt 93.0% trên HumanEval+ và 79.4% trên MBPP, tốt nhất. Thú vị là 84% lần gọi chỉ dùng model 0.5B. Tuy nhiên trên MATH-500 nó thua CASCADIA 3.5 điểm, và kết quả chỉ báo cáo sau giai đoạn khởi động.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(Người trình bày: Vũ Tùng Dương)</a:t>
            </a:r>
          </a:p>
          <a:p/>
          <a:p>
            <a:r>
              <a:t>Paper thứ hai là HalluProp. Các phương pháp phát hiện hallucination hiện nay đều post-hoc: phải chạy hết hệ thống rồi mới kiểm tra, rất chậm. HalluProp hỏi: có thể biết agent nào rủi ro trước khi bất kỳ agent nào trả lời không, chỉ từ role prompt, câu hỏi và topology?</a:t>
            </a:r>
          </a:p>
          <a:p/>
          <a:p>
            <a:r>
              <a:t>Cách làm là tách rủi ro thành hai phần:</a:t>
            </a:r>
          </a:p>
          <a:p>
            <a:r>
              <a:t>- Intrinsic risk của từng agent: vai trò có khớp với câu hỏi không, đo bằng embedding BERT.</a:t>
            </a:r>
          </a:p>
          <a:p>
            <a:r>
              <a:t>- Propagation risk của từng cạnh: bên gửi có ảnh hưởng mạnh và bên nhận có dễ bị tác động không, nhân với hệ số theo bậc của node.</a:t>
            </a:r>
          </a:p>
          <a:p>
            <a:r>
              <a:t>Hai phần này được gộp bằng công thức Noisy-OR lặp 3 bước: một agent bị lỗi nếu tự nó lỗi, hoặc bị lỗi lan từ bất kỳ agent nào gửi tin cho nó.</a:t>
            </a:r>
          </a:p>
          <a:p/>
          <a:p>
            <a:r>
              <a:t>Kết quả: AUROC trung bình 84.6; thời gian chẩn đoán dưới 1 giây so với 53 đến 308 giây của các phương pháp post-hoc. Khi sửa prompt của agent rủi ro nhất thành vai trò kiểm chứng, accuracy đạt 67.6% so với 63.5% của GUARDIAN.</a:t>
            </a:r>
          </a:p>
          <a:p/>
          <a:p>
            <a:r>
              <a:t>Hạn chế là "hallucination" ở đây thực chất chỉ là trả lời sai, các vai trò được làm nhiễu có chủ đích, và phương pháp cần dữ liệu có nhãn.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(Người trình bày: Vũ Tùng Dương)</a:t>
            </a:r>
          </a:p>
          <a:p/>
          <a:p>
            <a:r>
              <a:t>Phần của em đến đây là hết. Em xin mời bạn Dũng trình bày phần bốn.</a:t>
            </a:r>
          </a:p>
          <a:p/>
          <a:p>
            <a:r>
              <a:t>(Bạn Dũng) Em cảm ơn bạn Dương. Em là Dũng, em xin trình bày phần bốn: Communication &amp; Interaction, tức các agent nên trao đổi thông tin gì và với ai. Hai paper là DAIN và AGENT-RADAR.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(Người trình bày: Phạm Việt Dũng)</a:t>
            </a:r>
          </a:p>
          <a:p/>
          <a:p>
            <a:r>
              <a:t>DAIN giải bài toán kết hợp dữ liệu đa phương thức, ví dụ ảnh MRI, gen và điểm nhận thức để chẩn đoán Alzheimer. Các mô hình Mixture-of-Experts hiện có dùng cấu trúc tĩnh và các expert không trao đổi với nhau.</a:t>
            </a:r>
          </a:p>
          <a:p/>
          <a:p>
            <a:r>
              <a:t>DAIN có 8 agent chia theo lý thuyết PID: 3 agent synergy, 3 agent uniqueness và 2 agent redundancy. Pipeline gồm bốn bước như trên hình:</a:t>
            </a:r>
          </a:p>
          <a:p>
            <a:r>
              <a:t>- Mã hóa từng phương thức thành một context vector.</a:t>
            </a:r>
          </a:p>
          <a:p>
            <a:r>
              <a:t>- Meta-Controller chọn một tập agent thưa để kích hoạt và sinh một soft communication graph phụ thuộc đầu vào.</a:t>
            </a:r>
          </a:p>
          <a:p>
            <a:r>
              <a:t>- Các agent truyền message qua một low-rank bottleneck.</a:t>
            </a:r>
          </a:p>
          <a:p>
            <a:r>
              <a:t>- Attention tổng hợp thành kết quả cuối.</a:t>
            </a:r>
          </a:p>
          <a:p/>
          <a:p>
            <a:r>
              <a:t>Kết quả: trung bình chỉ 3.2 đến 5.5 trên 8 agent được kích hoạt, và DAIN thắng các baseline MoE trên cả 5 dataset, ví dụ ADNI 73.5 so với 70.9.</a:t>
            </a:r>
          </a:p>
          <a:p/>
          <a:p>
            <a:r>
              <a:t>Nhưng nhóm em lưu ý một điểm quan trọng: agent ở đây là neural module, không phải LLM. Về bản chất, DAIN là MoE có message passing giữa các expert. Ngoài ra số liệu trong bài có chỗ không nhất quán giữa các bảng.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(Người trình bày: Phạm Việt Dũng)</a:t>
            </a:r>
          </a:p>
          <a:p/>
          <a:p>
            <a:r>
              <a:t>Paper thứ hai là AGENT-RADAR. Vấn đề: lịch sử hội thoại giữa các agent dài rất nhanh, nhiều nội dung lặp lại, nên mô tả nhiệm vụ và bằng chứng quan trọng bị chôn vùi ở giữa context. Các cách cũ là tóm tắt hoặc cắt bớt agent, nhưng đều mất thông tin.</a:t>
            </a:r>
          </a:p>
          <a:p/>
          <a:p>
            <a:r>
              <a:t>AGENT-RADAR giữ nguyên toàn bộ lịch sử, và chỉ "chỉnh hướng chú ý" của mô hình về những câu liên quan. Mỗi câu được chấm điểm bằng tích ba thành phần:</a:t>
            </a:r>
          </a:p>
          <a:p>
            <a:r>
              <a:t>- Spatial decay: agent càng xa trên đồ thị thì trọng số càng nhỏ.</a:t>
            </a:r>
          </a:p>
          <a:p>
            <a:r>
              <a:t>- Temporal decay: message càng cũ thì trọng số càng nhỏ.</a:t>
            </a:r>
          </a:p>
          <a:p>
            <a:r>
              <a:t>- Cosine similarity với câu hỏi hiện tại.</a:t>
            </a:r>
          </a:p>
          <a:p>
            <a:r>
              <a:t>Câu nào đạt ngưỡng 0.65 sẽ được nhấn mạnh bằng kỹ thuật SPA. Phương pháp không cần huấn luyện.</a:t>
            </a:r>
          </a:p>
          <a:p/>
          <a:p>
            <a:r>
              <a:t>Biểu đồ so sánh với baseline mạnh nhất là AgentDropout trên Qwen3-4B: AGENT-RADAR thắng cả 5 benchmark, ví dụ HotpotQA tăng 7.6 điểm và MATH-500 tăng 6.2 điểm. Latency chỉ tăng khoảng 23%.</a:t>
            </a:r>
          </a:p>
          <a:p/>
          <a:p>
            <a:r>
              <a:t>Hạn chế lớn nhất là cần truy cập logit của mô hình, nên không dùng được với model qua API. Ngoài ra tham số được chỉnh trên MuSiQue, cũng chính là một tập test.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(Người trình bày: Phạm Việt Dũng)</a:t>
            </a:r>
          </a:p>
          <a:p/>
          <a:p>
            <a:r>
              <a:t>Phần của em đến đây là hết. Em xin mời bạn Đức trình bày phần năm.</a:t>
            </a:r>
          </a:p>
          <a:p/>
          <a:p>
            <a:r>
              <a:t>(Bạn Đức) Em cảm ơn bạn Dũng. Em là Đức, em xin trình bày phần năm: Domain Applications, tức đưa cộng tác đa agent vào các bài toán chuyên ngành. Hai paper là MAC-RRG trong y tế và UrbanAgent trong quy hoạch đô thị.</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(Người trình bày: Lê Văn Đức)</a:t>
            </a:r>
          </a:p>
          <a:p/>
          <a:p>
            <a:r>
              <a:t>MAC-RRG sinh báo cáo X-quang ngực tự động. Các phương pháp chỉ dùng LLM thì dễ hallucination vì thiếu tri thức y khoa; các phương pháp dùng knowledge graph lại chỉ đưa tri thức vào một lần, không xem lại bản nháp.</a:t>
            </a:r>
          </a:p>
          <a:p/>
          <a:p>
            <a:r>
              <a:t>Quy trình của MAC-RRG như trên hình:</a:t>
            </a:r>
          </a:p>
          <a:p>
            <a:r>
              <a:t>- Swin Transformer và Llama2-7B viết một bản nháp.</a:t>
            </a:r>
          </a:p>
          <a:p>
            <a:r>
              <a:t>- Trích các thực thể giải phẫu và bệnh lý từ bản nháp.</a:t>
            </a:r>
          </a:p>
          <a:p>
            <a:r>
              <a:t>- Hai agent tìm tri thức song song: MM-KG agent lấy các láng giềng trong knowledge graph y khoa, Knowledge agent truy xuất đoạn văn từ PubMedVision.</a:t>
            </a:r>
          </a:p>
          <a:p>
            <a:r>
              <a:t>- Tri thức được ghép với token hình ảnh làm tiền tố cho LLM viết lại báo cáo.</a:t>
            </a:r>
          </a:p>
          <a:p/>
          <a:p>
            <a:r>
              <a:t>Kết quả: BLEU-4 cao nhất trên cả ba dataset, và F1 lâm sàng trên CheXpert Plus đạt 0.295 so với 0.260 của R2GenGPT.</a:t>
            </a:r>
          </a:p>
          <a:p/>
          <a:p>
            <a:r>
              <a:t>Tuy vậy, nhóm em đánh giá chữ "multi-agent" ở đây chủ yếu là cách đặt tên: hai agent thực chất là module retrieval tất định, không giao tiếp hay thương lượng; còn "iterative" thực tế chỉ có một lượt tinh chỉnh. Mức tăng BLEU cũng khá nhỏ.</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(Người trình bày: Lê Văn Đức)</a:t>
            </a:r>
          </a:p>
          <a:p/>
          <a:p>
            <a:r>
              <a:t>UrbanAgent dự đoán các chỉ số của một vùng đô thị như phát thải carbon, dân số và GDP từ bốn loại dữ liệu: ảnh vệ tinh, văn bản, điểm POI và mô hình tòa nhà 3D. Vấn đề là các nguồn này thường mâu thuẫn nhau, ví dụ ảnh vệ tinh thấy nhà thấp nhưng POI lại cho thấy thương mại dày đặc, và các mô hình cũ chỉ trộn chung nên che mất mâu thuẫn đó.</a:t>
            </a:r>
          </a:p>
          <a:p/>
          <a:p>
            <a:r>
              <a:t>UrbanAgent có hai giai đoạn:</a:t>
            </a:r>
          </a:p>
          <a:p>
            <a:r>
              <a:t>- Giai đoạn A: mỗi loại dữ liệu có một agent Qwen3-VL-4B biết dùng 4 tool như web search hay ảnh vệ tinh lịch sử, huấn luyện bằng SFT rồi GRPO, với phần thưởng cho cả kết quả, định dạng và cách dùng tool.</a:t>
            </a:r>
          </a:p>
          <a:p>
            <a:r>
              <a:t>- Giai đoạn B: xây đồ thị quan hệ giữa các agent với ba loại cạnh: corroboration khi các agent đồng ý, rectification khi lệch nhau nhiều, và supervisory khi agent tự tin hơn hướng dẫn agent kém tự tin. Sau 5 vòng, một final judge đưa ra dự đoán.</a:t>
            </a:r>
          </a:p>
          <a:p/>
          <a:p>
            <a:r>
              <a:t>Kết quả: R bình phương khoảng 0.63 đến 0.65 trên ba chỉ số, vẫn giữ khoảng 0.60 ở các thành phố chưa thấy, tăng trung bình 8.1% so với baseline mạnh nhất.</a:t>
            </a:r>
          </a:p>
          <a:p/>
          <a:p>
            <a:r>
              <a:t>Lưu ý là bước "debate" thực chất là một mạng GNN được huấn luyện, không phải tranh luận bằng ngôn ngữ, và dữ liệu khá nhỏ.</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(Người trình bày: Lê Văn Đức)</a:t>
            </a:r>
          </a:p>
          <a:p/>
          <a:p>
            <a:r>
              <a:t>Phần của em đến đây là hết. Em xin mời bạn Dũng quay lại trình bày phần so sánh.</a:t>
            </a:r>
          </a:p>
          <a:p/>
          <a:p>
            <a:r>
              <a:t>(Bạn Dũng) Sau khi đã đi qua từng paper, phần sáu sẽ đặt 8 paper cạnh nhau để so sánh, rút ra các nhận định chung, chỉ ra khoảng trống nghiên cứu và kết luận.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(Người trình bày: Phạm Việt Dũng)</a:t>
            </a:r>
          </a:p>
          <a:p/>
          <a:p>
            <a:r>
              <a:t>Bảng này so sánh 8 paper theo năm tiêu chí: loại đóng góp, có cần huấn luyện không, có cần truy cập bên trong mô hình không, có báo cáo chi phí không, và có báo cáo phương sai hay kiểm định thống kê không.</a:t>
            </a:r>
          </a:p>
          <a:p/>
          <a:p>
            <a:r>
              <a:t>Ba điểm nổi bật:</a:t>
            </a:r>
          </a:p>
          <a:p>
            <a:r>
              <a:t>- Chỉ TIDE có kiểm định thống kê đầy đủ. Bảy bài còn lại không báo cáo phương sai, trong khi nhiều mức cải thiện chỉ 1 đến 3 điểm, có thể nằm trong khoảng nhiễu.</a:t>
            </a:r>
          </a:p>
          <a:p>
            <a:r>
              <a:t>- Chỉ ProgRouter đo chi phí thực bằng năng lượng GPU; AGENT-RADAR có báo cáo thời gian. Các bài còn lại thêm nhiều lần gọi mô hình nhưng không đo chi phí.</a:t>
            </a:r>
          </a:p>
          <a:p>
            <a:r>
              <a:t>- AGENT-RADAR là bài duy nhất bắt buộc truy cập logit, nên khó áp dụng với các model thương mại.</a:t>
            </a:r>
          </a:p>
          <a:p/>
          <a:p>
            <a:r>
              <a:t>Ngoài ra, dù nhiều bài dùng chung MMLU hay MATH, mỗi bài dùng tập con, topology và backbone khác nhau, nên không thể so sánh trực tiếp con số giữa các bài.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(Người trình bày: Phạm Việt Dũng)</a:t>
            </a:r>
          </a:p>
          <a:p/>
          <a:p>
            <a:r>
              <a:t>Từ việc so sánh, nhóm em rút ra ba nhận định chung.</a:t>
            </a:r>
          </a:p>
          <a:p/>
          <a:p>
            <a:r>
              <a:t>Thứ nhất, communication graph là đối tượng trung tâm. Sáu trên tám bài thao tác trực tiếp lên nó: MIRAGE giấu nó, HalluProp phân tích rủi ro trên nó, AGENT-RADAR dùng khoảng cách trên nó, DAIN và UrbanAgent học nó, TIDE truy vết bằng chứng trên nó.</a:t>
            </a:r>
          </a:p>
          <a:p/>
          <a:p>
            <a:r>
              <a:t>Thứ hai, lan truyền là rủi ro cốt lõi. TIDE cho thấy thảo luận khuếch đại sai lệch thay vì sửa sai, còn HalluProp cho thấy hallucination lan theo cạnh. Điều này thách thức giả định phổ biến rằng càng nhiều agent thảo luận thì kết quả càng đúng.</a:t>
            </a:r>
          </a:p>
          <a:p/>
          <a:p>
            <a:r>
              <a:t>Thứ ba, khái niệm "agent" đang bị dùng rất rộng: năm bài dùng LLM agent thật sự, UrbanAgent dùng LLM nhưng tổng hợp bằng mạng học được, còn DAIN và MAC-RRG gọi module neural hay module retrieval là agent. Điều này làm khó việc so sánh.</a:t>
            </a:r>
          </a:p>
          <a:p/>
          <a:p>
            <a:r>
              <a:t>Thêm một quan sát: hiệu quả không đến từ việc dùng nhiều agent hơn. ProgRouter dùng chủ yếu model 0.5B, còn DAIN tốt nhất khi chỉ dùng tối đa 4 trên 8 agent.</a:t>
            </a:r>
          </a:p>
          <a:p/>
          <a:p>
            <a:r>
              <a:t>Em xin mời bạn Dương trình bày phần research gap.</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(Người trình bày: Vũ Tùng Dương)</a:t>
            </a:r>
          </a:p>
          <a:p/>
          <a:p>
            <a:r>
              <a:t>Dựa trên các nhận định đó, nhóm em xác định một số khoảng trống nghiên cứu, ở cột bên trái:</a:t>
            </a:r>
          </a:p>
          <a:p>
            <a:r>
              <a:t>- Chưa có benchmark chung đo đồng thời chất lượng, chi phí và độ bền vững.</a:t>
            </a:r>
          </a:p>
          <a:p>
            <a:r>
              <a:t>- Bảy trên tám bài không có phương sai hay kiểm định thống kê.</a:t>
            </a:r>
          </a:p>
          <a:p>
            <a:r>
              <a:t>- Quy mô thử nghiệm còn nhỏ: tối đa khoảng 8 agent, 2 đến 5 vòng.</a:t>
            </a:r>
          </a:p>
          <a:p>
            <a:r>
              <a:t>- Chưa có adaptive attacker, và chưa có phương pháp nào khôi phục được sự thật khi có agent nói dối.</a:t>
            </a:r>
          </a:p>
          <a:p>
            <a:r>
              <a:t>- Các phương pháp tối ưu hiệu năng chưa được thử trong điều kiện đối kháng.</a:t>
            </a:r>
          </a:p>
          <a:p/>
          <a:p>
            <a:r>
              <a:t>Từ đó nhóm em đề xuất bốn hướng, ở cột bên phải. Hướng đáng chú ý nhất là giao tiếp có nhận thức nguồn gốc: lấy điểm của AGENT-RADAR, nhân thêm với mức độ đáng tin của agent nguồn từ HalluProp, và giảm theo số bước chuyển tiếp. Điều này xuất phát trực tiếp từ phát hiện của TIDE rằng thông tin sai thường lan qua chuỗi dài hơn. Một hướng khác là kết hợp ProgRouter với HalluProp, để bước nào rủi ro cao thì giao cho model mạnh hơn.</a:t>
            </a:r>
          </a:p>
          <a:p/>
          <a:p>
            <a:r>
              <a:t>Em xin mời bạn Đức trình bày phần kết luận.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(Người trình bày: Lê Văn Đức)</a:t>
            </a:r>
          </a:p>
          <a:p/>
          <a:p>
            <a:r>
              <a:t>Để tổng kết, nhóm em đã khảo sát 8 paper mới nhất về Multi-Agent Systems và Collaborative Reasoning, chia thành bốn hướng, mỗi hướng hai bài.</a:t>
            </a:r>
          </a:p>
          <a:p/>
          <a:p>
            <a:r>
              <a:t>Bốn ý chính nhóm em muốn cô và các bạn ghi nhớ:</a:t>
            </a:r>
          </a:p>
          <a:p>
            <a:r>
              <a:t>- Communication graph là trung tâm: nó quyết định hiệu năng, là kênh lan truyền rủi ro, và là tài sản cần bảo vệ.</a:t>
            </a:r>
          </a:p>
          <a:p>
            <a:r>
              <a:t>- Lan truyền lỗi là rủi ro lớn nhất, và thảo luận nhiều vòng không tự sửa được sai lệch.</a:t>
            </a:r>
          </a:p>
          <a:p>
            <a:r>
              <a:t>- Hiệu quả đến từ việc kích hoạt đúng agent, đúng model và chú ý đúng nội dung, chứ không phải dùng nhiều hơn.</a:t>
            </a:r>
          </a:p>
          <a:p>
            <a:r>
              <a:t>- Thực nghiệm trong lĩnh vực còn yếu: quy mô nhỏ, thiếu kiểm định, thiếu đo chi phí.</a:t>
            </a:r>
          </a:p>
          <a:p/>
          <a:p>
            <a:r>
              <a:t>Nhóm em cho rằng câu hỏi của lĩnh vực đang chuyển từ "nhiều agent có tốt hơn một agent không" sang "làm thế nào để một hệ nhiều agent vừa hiệu quả, vừa đáng tin cậy, vừa an toàn".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(Người trình bày: Lê Văn Đức)</a:t>
            </a:r>
          </a:p>
          <a:p/>
          <a:p>
            <a:r>
              <a:t>Bài trình bày của nhóm em đến đây là kết thúc. Bảng bên trái là phân công: mỗi bạn phụ trách 2 paper cùng hướng và một phần chung của báo cáo.</a:t>
            </a:r>
          </a:p>
          <a:p/>
          <a:p>
            <a:r>
              <a:t>Em xin thay mặt nhóm cảm ơn cô và các bạn đã lắng nghe. Nhóm em rất mong nhận được câu hỏi và góp ý ạ.</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(Người trình bày: Trần Xuân Hương)</a:t>
            </a:r>
          </a:p>
          <a:p/>
          <a:p>
            <a:r>
              <a:t>Paper thử trên 4 bộ dữ liệu và 3 cách xây MAS khác nhau. Độ đo là AUC của tấn công: 0.5 nghĩa là kẻ tấn công chỉ đoán bừa, nên càng gần 0.5 càng tốt.</a:t>
            </a:r>
          </a:p>
          <a:p>
            <a:r>
              <a:t>Bảng bên trái so với cách phòng thủ thường gặp là thêm dấu phân cách vào prompt. MIRAGE đưa AUC từ khoảng 0.7 đến 0.8 xuống còn 0.64 đến 0.68 trên cả bốn bộ dữ liệu, trong khi độ chính xác của tác vụ chỉ thay đổi nhỏ.</a:t>
            </a:r>
          </a:p>
          <a:p>
            <a:r>
              <a:t>Nhận xét của nhóm: điểm mạnh là đây là hướng mới, bảo vệ chính cấu trúc của hệ thống, và không cần sửa các agent. Hạn chế là mới thử một kiểu tấn công, AUC vẫn chưa về được 0.5, và paper chưa nói chi phí phát sinh khi gọi LLM thêm.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(Người trình bày: Trần Xuân Hương)</a:t>
            </a:r>
          </a:p>
          <a:p/>
          <a:p>
            <a:r>
              <a:t>Paper thứ hai là TIDE. Nhóm tác giả dựng một thí nghiệm đơn giản: một đồ vật được chuyển qua nhiều chỗ, từ l_0 đến l_m. Có 5 agent, mỗi agent chỉ thấy một đoạn, không ai tự biết vị trí cuối, nhưng gộp thông tin của cả nhóm thì đủ để tìm ra.</a:t>
            </a:r>
          </a:p>
          <a:p>
            <a:r>
              <a:t>Mỗi câu chuyện được chạy hai lần. Lần một, cả nhóm trung thực. Lần hai, agent thấy bước cuối cố tình nói dối, kéo nhóm về vị trí ngay trước đó, gọi là đáp án mồi. Hai lần giống hệt nhau, chỉ khác một agent nói dối, nên mọi khác biệt là do lời nói dối.</a:t>
            </a:r>
          </a:p>
          <a:p>
            <a:r>
              <a:t>Câu hỏi: chỉ một agent nói dối thì nhóm có còn tìm ra sự thật không, và thảo luận có giúp sửa sai không. Thí nghiệm gồm 120 câu chuyện với ba model.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(Người trình bày: Trần Xuân Hương)</a:t>
            </a:r>
          </a:p>
          <a:p/>
          <a:p>
            <a:r>
              <a:t>Kết quả rất rõ. Khi cả nhóm trung thực, 72.5% số lần nhóm chọn đúng. Chỉ cần một agent nói dối, con số này rơi xuống 14.2%.</a:t>
            </a:r>
          </a:p>
          <a:p>
            <a:r>
              <a:t>Lý do là lời khai sai được tin 70.7%, còn lời khai đúng chỉ 25.4%, dù cả hai được nhắc tới với tần suất như nhau. Thông tin sai cũng được chuyền tay xa hơn, trung bình 2.66 bước so với 1.33 bước của thông tin đúng.</a:t>
            </a:r>
          </a:p>
          <a:p>
            <a:r>
              <a:t>Điều đáng chú ý là khoảng 85% chênh lệch đã hình thành ngay khi các agent chia sẻ lời khai. Các vòng thảo luận sau không sửa được sai, mà chỉ khuếch đại hướng có sẵn: nhóm trung thực thì đúng thêm, nhóm có người nói dối thì càng tin vào đáp án mồi.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(Người trình bày: Trần Xuân Hương)</a:t>
            </a:r>
          </a:p>
          <a:p/>
          <a:p>
            <a:r>
              <a:t>Paper làm thêm hai thí nghiệm. Thứ nhất, cho kẻ nói dối nói xong rồi rời nhóm, không thảo luận nữa. Kết quả vẫn kém hơn 46.67 điểm so với khi agent đó rời đi mà không nói gì. Nghĩa là thông tin sai tự lan qua chính những agent trung thực.</a:t>
            </a:r>
          </a:p>
          <a:p>
            <a:r>
              <a:t>Thứ hai, thêm 3 người quan sát không có thông tin, chỉ theo dõi và góp ý. Số lần cả nhóm đồng ý sai giảm khoảng 90%, nhưng số lần chọn đúng không tăng. Người quan sát giúp nhóm thận trọng hơn chứ chưa giúp tìm ra sự thật.</a:t>
            </a:r>
          </a:p>
          <a:p>
            <a:r>
              <a:t>Nhận xét của nhóm: điểm mạnh là thiết kế so sánh có và không nói dối trên cùng câu chuyện, và theo dõi được thông tin sai lan qua từng agent. Hạn chế là chỉ có một loại bài toán, các agent dùng cùng một model, và chưa đề xuất cách phòng thủ.</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LỜI THUYẾT TRÌNH (Người trình bày: Trần Xuân Hương)</a:t>
            </a:r>
          </a:p>
          <a:p/>
          <a:p>
            <a:r>
              <a:t>Tóm lại phần hai. Hai paper nhìn an toàn từ hai phía. MIRAGE là phương pháp phòng thủ, chống kẻ tấn công từ bên ngoài, bảo vệ bí mật của topology. TIDE là khung đánh giá, xét một agent nói dối từ bên trong, và cho thấy kết luận của cả nhóm bị ảnh hưởng nặng như thế nào.</a:t>
            </a:r>
          </a:p>
          <a:p>
            <a:r>
              <a:t>Hai bài bổ sung cho nhau: TIDE cho thấy thông tin sai một khi đã lọt vào thì thảo luận khó sửa; còn MIRAGE khiến kẻ tấn công khó biết nên chèn thông tin sai vào agent nào. Điều còn thiếu là cách khôi phục sự thật sau khi hệ thống đã bị tấn công, đây là một hướng nghiên cứu nhóm em sẽ nhắc lại ở phần cuối.</a:t>
            </a:r>
          </a:p>
          <a:p/>
          <a:p>
            <a:r>
              <a:t>Đến đây là hết phần của em. Em xin mời bạn Dương trình bày phần tiếp theo.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2" name="PlaceHolder 1">
            <a:extLst>
              <a:ext uri="{FF2B5EF4-FFF2-40B4-BE49-F238E27FC236}">
                <a16:creationId xmlns:a16="http://schemas.microsoft.com/office/drawing/2014/main" id="{3A10EA01-4F0F-465B-9E82-2B95E2B79F58}"/>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3" name="PlaceHolder 2">
            <a:extLst>
              <a:ext uri="{FF2B5EF4-FFF2-40B4-BE49-F238E27FC236}">
                <a16:creationId xmlns:a16="http://schemas.microsoft.com/office/drawing/2014/main" id="{AF0B21C6-64CC-4024-A8FB-57E278146C51}"/>
              </a:ext>
            </a:extLst>
          </p:cNvPr>
          <p:cNvSpPr>
            <a:spLocks noGrp="1"/>
          </p:cNvSpPr>
          <p:nvPr>
            <p:ph type="subTitle"/>
          </p:nvPr>
        </p:nvSpPr>
        <p:spPr>
          <a:xfrm>
            <a:off x="609480" y="1604520"/>
            <a:ext cx="10972440" cy="3977280"/>
          </a:xfrm>
          <a:prstGeom prst="rect">
            <a:avLst/>
          </a:prstGeom>
        </p:spPr>
        <p:txBody>
          <a:bodyPr lIns="0" tIns="0" rIns="0" bIns="0" anchor="ctr">
            <a:noAutofit/>
          </a:bodyPr>
          <a:lstStyle/>
          <a:p>
            <a:pPr algn="ctr">
              <a:buNone/>
            </a:pPr>
            <a:endParaRPr sz="3200" b="0" strike="noStrike" spc="-1">
              <a:latin typeface="Arial"/>
              <a:ea typeface="Arial"/>
              <a:cs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4" name="PlaceHolder 1">
            <a:extLst>
              <a:ext uri="{FF2B5EF4-FFF2-40B4-BE49-F238E27FC236}">
                <a16:creationId xmlns:a16="http://schemas.microsoft.com/office/drawing/2014/main" id="{8F720294-D68E-4712-A131-B4ED59DDDFBF}"/>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5" name="PlaceHolder 2">
            <a:extLst>
              <a:ext uri="{FF2B5EF4-FFF2-40B4-BE49-F238E27FC236}">
                <a16:creationId xmlns:a16="http://schemas.microsoft.com/office/drawing/2014/main" id="{18547D8C-72A3-48A0-98A3-D156028898C0}"/>
              </a:ext>
            </a:extLst>
          </p:cNvPr>
          <p:cNvSpPr>
            <a:spLocks noGrp="1"/>
          </p:cNvSpPr>
          <p:nvPr>
            <p:ph type="body"/>
          </p:nvPr>
        </p:nvSpPr>
        <p:spPr>
          <a:xfrm>
            <a:off x="609480" y="1604520"/>
            <a:ext cx="10972440" cy="397728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6" name="PlaceHolder 1">
            <a:extLst>
              <a:ext uri="{FF2B5EF4-FFF2-40B4-BE49-F238E27FC236}">
                <a16:creationId xmlns:a16="http://schemas.microsoft.com/office/drawing/2014/main" id="{8AE34AD6-D857-4517-9FD3-C05463A222BD}"/>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7" name="PlaceHolder 2">
            <a:extLst>
              <a:ext uri="{FF2B5EF4-FFF2-40B4-BE49-F238E27FC236}">
                <a16:creationId xmlns:a16="http://schemas.microsoft.com/office/drawing/2014/main" id="{C9956E2F-B85B-41BF-8BA2-7A39114AED1D}"/>
              </a:ext>
            </a:extLst>
          </p:cNvPr>
          <p:cNvSpPr>
            <a:spLocks noGrp="1"/>
          </p:cNvSpPr>
          <p:nvPr>
            <p:ph type="body"/>
          </p:nvPr>
        </p:nvSpPr>
        <p:spPr>
          <a:xfrm>
            <a:off x="609480" y="1604520"/>
            <a:ext cx="5354280" cy="397728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8" name="PlaceHolder 3">
            <a:extLst>
              <a:ext uri="{FF2B5EF4-FFF2-40B4-BE49-F238E27FC236}">
                <a16:creationId xmlns:a16="http://schemas.microsoft.com/office/drawing/2014/main" id="{36A6F0BA-20EA-4ED2-881F-4A14517B1FFF}"/>
              </a:ext>
            </a:extLst>
          </p:cNvPr>
          <p:cNvSpPr>
            <a:spLocks noGrp="1"/>
          </p:cNvSpPr>
          <p:nvPr>
            <p:ph type="body"/>
          </p:nvPr>
        </p:nvSpPr>
        <p:spPr>
          <a:xfrm>
            <a:off x="6231960" y="1604520"/>
            <a:ext cx="5354280" cy="397728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9" name="PlaceHolder 1">
            <a:extLst>
              <a:ext uri="{FF2B5EF4-FFF2-40B4-BE49-F238E27FC236}">
                <a16:creationId xmlns:a16="http://schemas.microsoft.com/office/drawing/2014/main" id="{56C985C3-046F-40BE-BD94-00295AEE812C}"/>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entered Text">
    <p:spTree>
      <p:nvGrpSpPr>
        <p:cNvPr id="1" name=""/>
        <p:cNvGrpSpPr/>
        <p:nvPr/>
      </p:nvGrpSpPr>
      <p:grpSpPr>
        <a:xfrm>
          <a:off x="0" y="0"/>
          <a:ext cx="0" cy="0"/>
          <a:chOff x="0" y="0"/>
          <a:chExt cx="0" cy="0"/>
        </a:xfrm>
      </p:grpSpPr>
      <p:sp>
        <p:nvSpPr>
          <p:cNvPr id="10" name="PlaceHolder 1">
            <a:extLst>
              <a:ext uri="{FF2B5EF4-FFF2-40B4-BE49-F238E27FC236}">
                <a16:creationId xmlns:a16="http://schemas.microsoft.com/office/drawing/2014/main" id="{5192E51B-9942-42A8-8404-468F4D7AA099}"/>
              </a:ext>
            </a:extLst>
          </p:cNvPr>
          <p:cNvSpPr>
            <a:spLocks noGrp="1"/>
          </p:cNvSpPr>
          <p:nvPr>
            <p:ph type="subTitle"/>
          </p:nvPr>
        </p:nvSpPr>
        <p:spPr>
          <a:xfrm>
            <a:off x="609480" y="273600"/>
            <a:ext cx="10972440" cy="5307840"/>
          </a:xfrm>
          <a:prstGeom prst="rect">
            <a:avLst/>
          </a:prstGeom>
        </p:spPr>
        <p:txBody>
          <a:bodyPr lIns="0" tIns="0" rIns="0" bIns="0" anchor="ctr">
            <a:noAutofit/>
          </a:bodyPr>
          <a:lstStyle/>
          <a:p>
            <a:pPr algn="ctr">
              <a:buNone/>
            </a:pPr>
            <a:endParaRPr sz="3200" b="0" strike="noStrike" spc="-1">
              <a:latin typeface="Arial"/>
              <a:ea typeface="Arial"/>
              <a:cs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itle, 2 Content and Content">
    <p:spTree>
      <p:nvGrpSpPr>
        <p:cNvPr id="1" name=""/>
        <p:cNvGrpSpPr/>
        <p:nvPr/>
      </p:nvGrpSpPr>
      <p:grpSpPr>
        <a:xfrm>
          <a:off x="0" y="0"/>
          <a:ext cx="0" cy="0"/>
          <a:chOff x="0" y="0"/>
          <a:chExt cx="0" cy="0"/>
        </a:xfrm>
      </p:grpSpPr>
      <p:sp>
        <p:nvSpPr>
          <p:cNvPr id="11" name="PlaceHolder 1">
            <a:extLst>
              <a:ext uri="{FF2B5EF4-FFF2-40B4-BE49-F238E27FC236}">
                <a16:creationId xmlns:a16="http://schemas.microsoft.com/office/drawing/2014/main" id="{6A237BB4-38F2-4539-9315-EFABD6FCDE20}"/>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12" name="PlaceHolder 2">
            <a:extLst>
              <a:ext uri="{FF2B5EF4-FFF2-40B4-BE49-F238E27FC236}">
                <a16:creationId xmlns:a16="http://schemas.microsoft.com/office/drawing/2014/main" id="{FB71A63A-BEC7-42B1-AB9F-11634532E961}"/>
              </a:ext>
            </a:extLst>
          </p:cNvPr>
          <p:cNvSpPr>
            <a:spLocks noGrp="1"/>
          </p:cNvSpPr>
          <p:nvPr>
            <p:ph type="body"/>
          </p:nvPr>
        </p:nvSpPr>
        <p:spPr>
          <a:xfrm>
            <a:off x="609480" y="160452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13" name="PlaceHolder 3">
            <a:extLst>
              <a:ext uri="{FF2B5EF4-FFF2-40B4-BE49-F238E27FC236}">
                <a16:creationId xmlns:a16="http://schemas.microsoft.com/office/drawing/2014/main" id="{808A2F67-296E-4B30-938F-FA17281AC1DD}"/>
              </a:ext>
            </a:extLst>
          </p:cNvPr>
          <p:cNvSpPr>
            <a:spLocks noGrp="1"/>
          </p:cNvSpPr>
          <p:nvPr>
            <p:ph type="body"/>
          </p:nvPr>
        </p:nvSpPr>
        <p:spPr>
          <a:xfrm>
            <a:off x="6231960" y="1604520"/>
            <a:ext cx="5354280" cy="397728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14" name="PlaceHolder 4">
            <a:extLst>
              <a:ext uri="{FF2B5EF4-FFF2-40B4-BE49-F238E27FC236}">
                <a16:creationId xmlns:a16="http://schemas.microsoft.com/office/drawing/2014/main" id="{68360B90-F694-443C-833B-2C27B80CA5BD}"/>
              </a:ext>
            </a:extLst>
          </p:cNvPr>
          <p:cNvSpPr>
            <a:spLocks noGrp="1"/>
          </p:cNvSpPr>
          <p:nvPr>
            <p:ph type="body"/>
          </p:nvPr>
        </p:nvSpPr>
        <p:spPr>
          <a:xfrm>
            <a:off x="609480" y="368208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Title Content and 2 Content">
    <p:spTree>
      <p:nvGrpSpPr>
        <p:cNvPr id="1" name=""/>
        <p:cNvGrpSpPr/>
        <p:nvPr/>
      </p:nvGrpSpPr>
      <p:grpSpPr>
        <a:xfrm>
          <a:off x="0" y="0"/>
          <a:ext cx="0" cy="0"/>
          <a:chOff x="0" y="0"/>
          <a:chExt cx="0" cy="0"/>
        </a:xfrm>
      </p:grpSpPr>
      <p:sp>
        <p:nvSpPr>
          <p:cNvPr id="15" name="PlaceHolder 1">
            <a:extLst>
              <a:ext uri="{FF2B5EF4-FFF2-40B4-BE49-F238E27FC236}">
                <a16:creationId xmlns:a16="http://schemas.microsoft.com/office/drawing/2014/main" id="{AB14271D-CF2F-44CB-BE96-B563F540715D}"/>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16" name="PlaceHolder 2">
            <a:extLst>
              <a:ext uri="{FF2B5EF4-FFF2-40B4-BE49-F238E27FC236}">
                <a16:creationId xmlns:a16="http://schemas.microsoft.com/office/drawing/2014/main" id="{7436EE3D-2F88-4275-9EEC-6742F0592820}"/>
              </a:ext>
            </a:extLst>
          </p:cNvPr>
          <p:cNvSpPr>
            <a:spLocks noGrp="1"/>
          </p:cNvSpPr>
          <p:nvPr>
            <p:ph type="body"/>
          </p:nvPr>
        </p:nvSpPr>
        <p:spPr>
          <a:xfrm>
            <a:off x="609480" y="1604520"/>
            <a:ext cx="5354280" cy="397728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17" name="PlaceHolder 3">
            <a:extLst>
              <a:ext uri="{FF2B5EF4-FFF2-40B4-BE49-F238E27FC236}">
                <a16:creationId xmlns:a16="http://schemas.microsoft.com/office/drawing/2014/main" id="{E526BCDF-FEB6-4B4B-9556-32D010B5C650}"/>
              </a:ext>
            </a:extLst>
          </p:cNvPr>
          <p:cNvSpPr>
            <a:spLocks noGrp="1"/>
          </p:cNvSpPr>
          <p:nvPr>
            <p:ph type="body"/>
          </p:nvPr>
        </p:nvSpPr>
        <p:spPr>
          <a:xfrm>
            <a:off x="6231960" y="160452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18" name="PlaceHolder 4">
            <a:extLst>
              <a:ext uri="{FF2B5EF4-FFF2-40B4-BE49-F238E27FC236}">
                <a16:creationId xmlns:a16="http://schemas.microsoft.com/office/drawing/2014/main" id="{AC51526B-E574-467F-93C6-BFD9826E0E64}"/>
              </a:ext>
            </a:extLst>
          </p:cNvPr>
          <p:cNvSpPr>
            <a:spLocks noGrp="1"/>
          </p:cNvSpPr>
          <p:nvPr>
            <p:ph type="body"/>
          </p:nvPr>
        </p:nvSpPr>
        <p:spPr>
          <a:xfrm>
            <a:off x="6231960" y="368208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itle, 2 Content over Content">
    <p:spTree>
      <p:nvGrpSpPr>
        <p:cNvPr id="1" name=""/>
        <p:cNvGrpSpPr/>
        <p:nvPr/>
      </p:nvGrpSpPr>
      <p:grpSpPr>
        <a:xfrm>
          <a:off x="0" y="0"/>
          <a:ext cx="0" cy="0"/>
          <a:chOff x="0" y="0"/>
          <a:chExt cx="0" cy="0"/>
        </a:xfrm>
      </p:grpSpPr>
      <p:sp>
        <p:nvSpPr>
          <p:cNvPr id="19" name="PlaceHolder 1">
            <a:extLst>
              <a:ext uri="{FF2B5EF4-FFF2-40B4-BE49-F238E27FC236}">
                <a16:creationId xmlns:a16="http://schemas.microsoft.com/office/drawing/2014/main" id="{BC79914B-6EF3-4AC1-B60E-A8A55DBB631E}"/>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20" name="PlaceHolder 2">
            <a:extLst>
              <a:ext uri="{FF2B5EF4-FFF2-40B4-BE49-F238E27FC236}">
                <a16:creationId xmlns:a16="http://schemas.microsoft.com/office/drawing/2014/main" id="{085A5653-18CB-4518-A208-DE86D0358704}"/>
              </a:ext>
            </a:extLst>
          </p:cNvPr>
          <p:cNvSpPr>
            <a:spLocks noGrp="1"/>
          </p:cNvSpPr>
          <p:nvPr>
            <p:ph type="body"/>
          </p:nvPr>
        </p:nvSpPr>
        <p:spPr>
          <a:xfrm>
            <a:off x="609480" y="160452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21" name="PlaceHolder 3">
            <a:extLst>
              <a:ext uri="{FF2B5EF4-FFF2-40B4-BE49-F238E27FC236}">
                <a16:creationId xmlns:a16="http://schemas.microsoft.com/office/drawing/2014/main" id="{378242C1-9748-4292-BCE7-50091404A36E}"/>
              </a:ext>
            </a:extLst>
          </p:cNvPr>
          <p:cNvSpPr>
            <a:spLocks noGrp="1"/>
          </p:cNvSpPr>
          <p:nvPr>
            <p:ph type="body"/>
          </p:nvPr>
        </p:nvSpPr>
        <p:spPr>
          <a:xfrm>
            <a:off x="6231960" y="160452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22" name="PlaceHolder 4">
            <a:extLst>
              <a:ext uri="{FF2B5EF4-FFF2-40B4-BE49-F238E27FC236}">
                <a16:creationId xmlns:a16="http://schemas.microsoft.com/office/drawing/2014/main" id="{1BDDBC49-42F5-4BD7-97BC-98389DD8E668}"/>
              </a:ext>
            </a:extLst>
          </p:cNvPr>
          <p:cNvSpPr>
            <a:spLocks noGrp="1"/>
          </p:cNvSpPr>
          <p:nvPr>
            <p:ph type="body"/>
          </p:nvPr>
        </p:nvSpPr>
        <p:spPr>
          <a:xfrm>
            <a:off x="609480" y="3682080"/>
            <a:ext cx="109724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Content over Content">
    <p:spTree>
      <p:nvGrpSpPr>
        <p:cNvPr id="1" name=""/>
        <p:cNvGrpSpPr/>
        <p:nvPr/>
      </p:nvGrpSpPr>
      <p:grpSpPr>
        <a:xfrm>
          <a:off x="0" y="0"/>
          <a:ext cx="0" cy="0"/>
          <a:chOff x="0" y="0"/>
          <a:chExt cx="0" cy="0"/>
        </a:xfrm>
      </p:grpSpPr>
      <p:sp>
        <p:nvSpPr>
          <p:cNvPr id="23" name="PlaceHolder 1">
            <a:extLst>
              <a:ext uri="{FF2B5EF4-FFF2-40B4-BE49-F238E27FC236}">
                <a16:creationId xmlns:a16="http://schemas.microsoft.com/office/drawing/2014/main" id="{79821F77-D4D7-4396-A2EA-9B261889A17A}"/>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24" name="PlaceHolder 2">
            <a:extLst>
              <a:ext uri="{FF2B5EF4-FFF2-40B4-BE49-F238E27FC236}">
                <a16:creationId xmlns:a16="http://schemas.microsoft.com/office/drawing/2014/main" id="{5FE4E8F9-8904-4897-A7D0-3C1DDB492FEA}"/>
              </a:ext>
            </a:extLst>
          </p:cNvPr>
          <p:cNvSpPr>
            <a:spLocks noGrp="1"/>
          </p:cNvSpPr>
          <p:nvPr>
            <p:ph type="body"/>
          </p:nvPr>
        </p:nvSpPr>
        <p:spPr>
          <a:xfrm>
            <a:off x="609480" y="1604520"/>
            <a:ext cx="109724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25" name="PlaceHolder 3">
            <a:extLst>
              <a:ext uri="{FF2B5EF4-FFF2-40B4-BE49-F238E27FC236}">
                <a16:creationId xmlns:a16="http://schemas.microsoft.com/office/drawing/2014/main" id="{73B91B7E-2A32-4B8F-8BB2-357F1995F45B}"/>
              </a:ext>
            </a:extLst>
          </p:cNvPr>
          <p:cNvSpPr>
            <a:spLocks noGrp="1"/>
          </p:cNvSpPr>
          <p:nvPr>
            <p:ph type="body"/>
          </p:nvPr>
        </p:nvSpPr>
        <p:spPr>
          <a:xfrm>
            <a:off x="609480" y="3682080"/>
            <a:ext cx="109724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4 Content">
    <p:spTree>
      <p:nvGrpSpPr>
        <p:cNvPr id="1" name=""/>
        <p:cNvGrpSpPr/>
        <p:nvPr/>
      </p:nvGrpSpPr>
      <p:grpSpPr>
        <a:xfrm>
          <a:off x="0" y="0"/>
          <a:ext cx="0" cy="0"/>
          <a:chOff x="0" y="0"/>
          <a:chExt cx="0" cy="0"/>
        </a:xfrm>
      </p:grpSpPr>
      <p:sp>
        <p:nvSpPr>
          <p:cNvPr id="26" name="PlaceHolder 1">
            <a:extLst>
              <a:ext uri="{FF2B5EF4-FFF2-40B4-BE49-F238E27FC236}">
                <a16:creationId xmlns:a16="http://schemas.microsoft.com/office/drawing/2014/main" id="{22525618-A72A-461A-91BC-0C871B948357}"/>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27" name="PlaceHolder 2">
            <a:extLst>
              <a:ext uri="{FF2B5EF4-FFF2-40B4-BE49-F238E27FC236}">
                <a16:creationId xmlns:a16="http://schemas.microsoft.com/office/drawing/2014/main" id="{C051D48F-A371-4F36-8A45-CDB179C76C57}"/>
              </a:ext>
            </a:extLst>
          </p:cNvPr>
          <p:cNvSpPr>
            <a:spLocks noGrp="1"/>
          </p:cNvSpPr>
          <p:nvPr>
            <p:ph type="body"/>
          </p:nvPr>
        </p:nvSpPr>
        <p:spPr>
          <a:xfrm>
            <a:off x="609480" y="160452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28" name="PlaceHolder 3">
            <a:extLst>
              <a:ext uri="{FF2B5EF4-FFF2-40B4-BE49-F238E27FC236}">
                <a16:creationId xmlns:a16="http://schemas.microsoft.com/office/drawing/2014/main" id="{5900D6A1-2CBB-454E-B687-EC2784AB2E00}"/>
              </a:ext>
            </a:extLst>
          </p:cNvPr>
          <p:cNvSpPr>
            <a:spLocks noGrp="1"/>
          </p:cNvSpPr>
          <p:nvPr>
            <p:ph type="body"/>
          </p:nvPr>
        </p:nvSpPr>
        <p:spPr>
          <a:xfrm>
            <a:off x="6231960" y="160452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29" name="PlaceHolder 4">
            <a:extLst>
              <a:ext uri="{FF2B5EF4-FFF2-40B4-BE49-F238E27FC236}">
                <a16:creationId xmlns:a16="http://schemas.microsoft.com/office/drawing/2014/main" id="{648D25EC-68DB-494C-A25B-24E96AB17FED}"/>
              </a:ext>
            </a:extLst>
          </p:cNvPr>
          <p:cNvSpPr>
            <a:spLocks noGrp="1"/>
          </p:cNvSpPr>
          <p:nvPr>
            <p:ph type="body"/>
          </p:nvPr>
        </p:nvSpPr>
        <p:spPr>
          <a:xfrm>
            <a:off x="609480" y="368208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30" name="PlaceHolder 5">
            <a:extLst>
              <a:ext uri="{FF2B5EF4-FFF2-40B4-BE49-F238E27FC236}">
                <a16:creationId xmlns:a16="http://schemas.microsoft.com/office/drawing/2014/main" id="{417AEB4D-8AF7-4129-BB6A-204D1B03385A}"/>
              </a:ext>
            </a:extLst>
          </p:cNvPr>
          <p:cNvSpPr>
            <a:spLocks noGrp="1"/>
          </p:cNvSpPr>
          <p:nvPr>
            <p:ph type="body"/>
          </p:nvPr>
        </p:nvSpPr>
        <p:spPr>
          <a:xfrm>
            <a:off x="6231960" y="368208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31" name="PlaceHolder 1">
            <a:extLst>
              <a:ext uri="{FF2B5EF4-FFF2-40B4-BE49-F238E27FC236}">
                <a16:creationId xmlns:a16="http://schemas.microsoft.com/office/drawing/2014/main" id="{29520CF2-6820-44A5-A59D-755F3CDD92C3}"/>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32" name="PlaceHolder 2">
            <a:extLst>
              <a:ext uri="{FF2B5EF4-FFF2-40B4-BE49-F238E27FC236}">
                <a16:creationId xmlns:a16="http://schemas.microsoft.com/office/drawing/2014/main" id="{66574158-849C-4F8D-AACA-6308BD243BEE}"/>
              </a:ext>
            </a:extLst>
          </p:cNvPr>
          <p:cNvSpPr>
            <a:spLocks noGrp="1"/>
          </p:cNvSpPr>
          <p:nvPr>
            <p:ph type="body"/>
          </p:nvPr>
        </p:nvSpPr>
        <p:spPr>
          <a:xfrm>
            <a:off x="609480" y="1604520"/>
            <a:ext cx="35330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33" name="PlaceHolder 3">
            <a:extLst>
              <a:ext uri="{FF2B5EF4-FFF2-40B4-BE49-F238E27FC236}">
                <a16:creationId xmlns:a16="http://schemas.microsoft.com/office/drawing/2014/main" id="{2A50673B-F44A-4B55-9E9A-C0EC174BB0BA}"/>
              </a:ext>
            </a:extLst>
          </p:cNvPr>
          <p:cNvSpPr>
            <a:spLocks noGrp="1"/>
          </p:cNvSpPr>
          <p:nvPr>
            <p:ph type="body"/>
          </p:nvPr>
        </p:nvSpPr>
        <p:spPr>
          <a:xfrm>
            <a:off x="4319640" y="1604520"/>
            <a:ext cx="35330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34" name="PlaceHolder 4">
            <a:extLst>
              <a:ext uri="{FF2B5EF4-FFF2-40B4-BE49-F238E27FC236}">
                <a16:creationId xmlns:a16="http://schemas.microsoft.com/office/drawing/2014/main" id="{CB6F9D4F-1462-48F3-820D-F5AFDEFE2802}"/>
              </a:ext>
            </a:extLst>
          </p:cNvPr>
          <p:cNvSpPr>
            <a:spLocks noGrp="1"/>
          </p:cNvSpPr>
          <p:nvPr>
            <p:ph type="body"/>
          </p:nvPr>
        </p:nvSpPr>
        <p:spPr>
          <a:xfrm>
            <a:off x="8029800" y="1604520"/>
            <a:ext cx="35330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35" name="PlaceHolder 5">
            <a:extLst>
              <a:ext uri="{FF2B5EF4-FFF2-40B4-BE49-F238E27FC236}">
                <a16:creationId xmlns:a16="http://schemas.microsoft.com/office/drawing/2014/main" id="{AD88CBF0-0FFB-4398-920D-8E906889DA7C}"/>
              </a:ext>
            </a:extLst>
          </p:cNvPr>
          <p:cNvSpPr>
            <a:spLocks noGrp="1"/>
          </p:cNvSpPr>
          <p:nvPr>
            <p:ph type="body"/>
          </p:nvPr>
        </p:nvSpPr>
        <p:spPr>
          <a:xfrm>
            <a:off x="609480" y="3682080"/>
            <a:ext cx="35330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36" name="PlaceHolder 6">
            <a:extLst>
              <a:ext uri="{FF2B5EF4-FFF2-40B4-BE49-F238E27FC236}">
                <a16:creationId xmlns:a16="http://schemas.microsoft.com/office/drawing/2014/main" id="{3047B913-1B57-437F-A0C3-9D764F0B2F57}"/>
              </a:ext>
            </a:extLst>
          </p:cNvPr>
          <p:cNvSpPr>
            <a:spLocks noGrp="1"/>
          </p:cNvSpPr>
          <p:nvPr>
            <p:ph type="body"/>
          </p:nvPr>
        </p:nvSpPr>
        <p:spPr>
          <a:xfrm>
            <a:off x="4319640" y="3682080"/>
            <a:ext cx="35330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37" name="PlaceHolder 7">
            <a:extLst>
              <a:ext uri="{FF2B5EF4-FFF2-40B4-BE49-F238E27FC236}">
                <a16:creationId xmlns:a16="http://schemas.microsoft.com/office/drawing/2014/main" id="{10297024-D506-4BC4-8D6D-93DAE7717BFD}"/>
              </a:ext>
            </a:extLst>
          </p:cNvPr>
          <p:cNvSpPr>
            <a:spLocks noGrp="1"/>
          </p:cNvSpPr>
          <p:nvPr>
            <p:ph type="body"/>
          </p:nvPr>
        </p:nvSpPr>
        <p:spPr>
          <a:xfrm>
            <a:off x="8029800" y="3682080"/>
            <a:ext cx="35330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40" name="PlaceHolder 1">
            <a:extLst>
              <a:ext uri="{FF2B5EF4-FFF2-40B4-BE49-F238E27FC236}">
                <a16:creationId xmlns:a16="http://schemas.microsoft.com/office/drawing/2014/main" id="{44A083F2-988D-4A19-A477-B59FA53423EB}"/>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41" name="PlaceHolder 2">
            <a:extLst>
              <a:ext uri="{FF2B5EF4-FFF2-40B4-BE49-F238E27FC236}">
                <a16:creationId xmlns:a16="http://schemas.microsoft.com/office/drawing/2014/main" id="{F1FD269A-0782-48A0-A909-D7C3835566FD}"/>
              </a:ext>
            </a:extLst>
          </p:cNvPr>
          <p:cNvSpPr>
            <a:spLocks noGrp="1"/>
          </p:cNvSpPr>
          <p:nvPr>
            <p:ph type="subTitle"/>
          </p:nvPr>
        </p:nvSpPr>
        <p:spPr>
          <a:xfrm>
            <a:off x="609480" y="1604520"/>
            <a:ext cx="10972440" cy="3977280"/>
          </a:xfrm>
          <a:prstGeom prst="rect">
            <a:avLst/>
          </a:prstGeom>
        </p:spPr>
        <p:txBody>
          <a:bodyPr lIns="0" tIns="0" rIns="0" bIns="0" anchor="ctr">
            <a:noAutofit/>
          </a:bodyPr>
          <a:lstStyle/>
          <a:p>
            <a:pPr algn="ctr">
              <a:buNone/>
            </a:pPr>
            <a:endParaRPr sz="3200" b="0" strike="noStrike" spc="-1">
              <a:latin typeface="Arial"/>
              <a:ea typeface="Arial"/>
              <a:cs typeface="Aria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42" name="PlaceHolder 1">
            <a:extLst>
              <a:ext uri="{FF2B5EF4-FFF2-40B4-BE49-F238E27FC236}">
                <a16:creationId xmlns:a16="http://schemas.microsoft.com/office/drawing/2014/main" id="{2631AB3B-F47E-43D9-8EDF-7CA86312B054}"/>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43" name="PlaceHolder 2">
            <a:extLst>
              <a:ext uri="{FF2B5EF4-FFF2-40B4-BE49-F238E27FC236}">
                <a16:creationId xmlns:a16="http://schemas.microsoft.com/office/drawing/2014/main" id="{470DFC1E-769D-45ED-A747-433D40645D8A}"/>
              </a:ext>
            </a:extLst>
          </p:cNvPr>
          <p:cNvSpPr>
            <a:spLocks noGrp="1"/>
          </p:cNvSpPr>
          <p:nvPr>
            <p:ph type="body"/>
          </p:nvPr>
        </p:nvSpPr>
        <p:spPr>
          <a:xfrm>
            <a:off x="609480" y="1604520"/>
            <a:ext cx="10972440" cy="397728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44" name="PlaceHolder 1">
            <a:extLst>
              <a:ext uri="{FF2B5EF4-FFF2-40B4-BE49-F238E27FC236}">
                <a16:creationId xmlns:a16="http://schemas.microsoft.com/office/drawing/2014/main" id="{B168786B-3505-43F8-BEC8-51149C1321F9}"/>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45" name="PlaceHolder 2">
            <a:extLst>
              <a:ext uri="{FF2B5EF4-FFF2-40B4-BE49-F238E27FC236}">
                <a16:creationId xmlns:a16="http://schemas.microsoft.com/office/drawing/2014/main" id="{82F0D1D1-84C2-4FC9-84DB-13F3F5F6BAB5}"/>
              </a:ext>
            </a:extLst>
          </p:cNvPr>
          <p:cNvSpPr>
            <a:spLocks noGrp="1"/>
          </p:cNvSpPr>
          <p:nvPr>
            <p:ph type="body"/>
          </p:nvPr>
        </p:nvSpPr>
        <p:spPr>
          <a:xfrm>
            <a:off x="609480" y="1604520"/>
            <a:ext cx="5354280" cy="397728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46" name="PlaceHolder 3">
            <a:extLst>
              <a:ext uri="{FF2B5EF4-FFF2-40B4-BE49-F238E27FC236}">
                <a16:creationId xmlns:a16="http://schemas.microsoft.com/office/drawing/2014/main" id="{18B21C41-A699-47F1-B271-61266C03A106}"/>
              </a:ext>
            </a:extLst>
          </p:cNvPr>
          <p:cNvSpPr>
            <a:spLocks noGrp="1"/>
          </p:cNvSpPr>
          <p:nvPr>
            <p:ph type="body"/>
          </p:nvPr>
        </p:nvSpPr>
        <p:spPr>
          <a:xfrm>
            <a:off x="6231960" y="1604520"/>
            <a:ext cx="5354280" cy="397728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47" name="PlaceHolder 1">
            <a:extLst>
              <a:ext uri="{FF2B5EF4-FFF2-40B4-BE49-F238E27FC236}">
                <a16:creationId xmlns:a16="http://schemas.microsoft.com/office/drawing/2014/main" id="{7270268D-27DB-4759-A61A-E3C9E3C6CC87}"/>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entered Text">
    <p:spTree>
      <p:nvGrpSpPr>
        <p:cNvPr id="1" name=""/>
        <p:cNvGrpSpPr/>
        <p:nvPr/>
      </p:nvGrpSpPr>
      <p:grpSpPr>
        <a:xfrm>
          <a:off x="0" y="0"/>
          <a:ext cx="0" cy="0"/>
          <a:chOff x="0" y="0"/>
          <a:chExt cx="0" cy="0"/>
        </a:xfrm>
      </p:grpSpPr>
      <p:sp>
        <p:nvSpPr>
          <p:cNvPr id="48" name="PlaceHolder 1">
            <a:extLst>
              <a:ext uri="{FF2B5EF4-FFF2-40B4-BE49-F238E27FC236}">
                <a16:creationId xmlns:a16="http://schemas.microsoft.com/office/drawing/2014/main" id="{67521514-7B52-4CCA-A5B6-34848D40950C}"/>
              </a:ext>
            </a:extLst>
          </p:cNvPr>
          <p:cNvSpPr>
            <a:spLocks noGrp="1"/>
          </p:cNvSpPr>
          <p:nvPr>
            <p:ph type="subTitle"/>
          </p:nvPr>
        </p:nvSpPr>
        <p:spPr>
          <a:xfrm>
            <a:off x="609480" y="273600"/>
            <a:ext cx="10972440" cy="5307840"/>
          </a:xfrm>
          <a:prstGeom prst="rect">
            <a:avLst/>
          </a:prstGeom>
        </p:spPr>
        <p:txBody>
          <a:bodyPr lIns="0" tIns="0" rIns="0" bIns="0" anchor="ctr">
            <a:noAutofit/>
          </a:bodyPr>
          <a:lstStyle/>
          <a:p>
            <a:pPr algn="ctr">
              <a:buNone/>
            </a:pPr>
            <a:endParaRPr sz="3200" b="0" strike="noStrike" spc="-1">
              <a:latin typeface="Arial"/>
              <a:ea typeface="Arial"/>
              <a:cs typeface="Arial"/>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Title, 2 Content and Content">
    <p:spTree>
      <p:nvGrpSpPr>
        <p:cNvPr id="1" name=""/>
        <p:cNvGrpSpPr/>
        <p:nvPr/>
      </p:nvGrpSpPr>
      <p:grpSpPr>
        <a:xfrm>
          <a:off x="0" y="0"/>
          <a:ext cx="0" cy="0"/>
          <a:chOff x="0" y="0"/>
          <a:chExt cx="0" cy="0"/>
        </a:xfrm>
      </p:grpSpPr>
      <p:sp>
        <p:nvSpPr>
          <p:cNvPr id="49" name="PlaceHolder 1">
            <a:extLst>
              <a:ext uri="{FF2B5EF4-FFF2-40B4-BE49-F238E27FC236}">
                <a16:creationId xmlns:a16="http://schemas.microsoft.com/office/drawing/2014/main" id="{956C7691-C649-4082-B5B0-E2A33EA5DB1E}"/>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50" name="PlaceHolder 2">
            <a:extLst>
              <a:ext uri="{FF2B5EF4-FFF2-40B4-BE49-F238E27FC236}">
                <a16:creationId xmlns:a16="http://schemas.microsoft.com/office/drawing/2014/main" id="{1FDDFC0F-2CAC-4082-B105-5705A94D6C21}"/>
              </a:ext>
            </a:extLst>
          </p:cNvPr>
          <p:cNvSpPr>
            <a:spLocks noGrp="1"/>
          </p:cNvSpPr>
          <p:nvPr>
            <p:ph type="body"/>
          </p:nvPr>
        </p:nvSpPr>
        <p:spPr>
          <a:xfrm>
            <a:off x="609480" y="160452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51" name="PlaceHolder 3">
            <a:extLst>
              <a:ext uri="{FF2B5EF4-FFF2-40B4-BE49-F238E27FC236}">
                <a16:creationId xmlns:a16="http://schemas.microsoft.com/office/drawing/2014/main" id="{0EBDB5B4-7E4A-434E-847A-AEFC8CEB2676}"/>
              </a:ext>
            </a:extLst>
          </p:cNvPr>
          <p:cNvSpPr>
            <a:spLocks noGrp="1"/>
          </p:cNvSpPr>
          <p:nvPr>
            <p:ph type="body"/>
          </p:nvPr>
        </p:nvSpPr>
        <p:spPr>
          <a:xfrm>
            <a:off x="6231960" y="1604520"/>
            <a:ext cx="5354280" cy="397728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52" name="PlaceHolder 4">
            <a:extLst>
              <a:ext uri="{FF2B5EF4-FFF2-40B4-BE49-F238E27FC236}">
                <a16:creationId xmlns:a16="http://schemas.microsoft.com/office/drawing/2014/main" id="{B6BD501C-6FA9-4912-8D88-2707B1E141CB}"/>
              </a:ext>
            </a:extLst>
          </p:cNvPr>
          <p:cNvSpPr>
            <a:spLocks noGrp="1"/>
          </p:cNvSpPr>
          <p:nvPr>
            <p:ph type="body"/>
          </p:nvPr>
        </p:nvSpPr>
        <p:spPr>
          <a:xfrm>
            <a:off x="609480" y="368208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Title Content and 2 Content">
    <p:spTree>
      <p:nvGrpSpPr>
        <p:cNvPr id="1" name=""/>
        <p:cNvGrpSpPr/>
        <p:nvPr/>
      </p:nvGrpSpPr>
      <p:grpSpPr>
        <a:xfrm>
          <a:off x="0" y="0"/>
          <a:ext cx="0" cy="0"/>
          <a:chOff x="0" y="0"/>
          <a:chExt cx="0" cy="0"/>
        </a:xfrm>
      </p:grpSpPr>
      <p:sp>
        <p:nvSpPr>
          <p:cNvPr id="53" name="PlaceHolder 1">
            <a:extLst>
              <a:ext uri="{FF2B5EF4-FFF2-40B4-BE49-F238E27FC236}">
                <a16:creationId xmlns:a16="http://schemas.microsoft.com/office/drawing/2014/main" id="{2B8C8295-1E53-49D0-AD50-33812DAB9D32}"/>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54" name="PlaceHolder 2">
            <a:extLst>
              <a:ext uri="{FF2B5EF4-FFF2-40B4-BE49-F238E27FC236}">
                <a16:creationId xmlns:a16="http://schemas.microsoft.com/office/drawing/2014/main" id="{5CF4A466-2E87-4DD6-9F4D-8DA37C50EFBB}"/>
              </a:ext>
            </a:extLst>
          </p:cNvPr>
          <p:cNvSpPr>
            <a:spLocks noGrp="1"/>
          </p:cNvSpPr>
          <p:nvPr>
            <p:ph type="body"/>
          </p:nvPr>
        </p:nvSpPr>
        <p:spPr>
          <a:xfrm>
            <a:off x="609480" y="1604520"/>
            <a:ext cx="5354280" cy="397728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55" name="PlaceHolder 3">
            <a:extLst>
              <a:ext uri="{FF2B5EF4-FFF2-40B4-BE49-F238E27FC236}">
                <a16:creationId xmlns:a16="http://schemas.microsoft.com/office/drawing/2014/main" id="{F78E011A-1817-41DC-8A3E-048D0FD0BAD4}"/>
              </a:ext>
            </a:extLst>
          </p:cNvPr>
          <p:cNvSpPr>
            <a:spLocks noGrp="1"/>
          </p:cNvSpPr>
          <p:nvPr>
            <p:ph type="body"/>
          </p:nvPr>
        </p:nvSpPr>
        <p:spPr>
          <a:xfrm>
            <a:off x="6231960" y="160452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56" name="PlaceHolder 4">
            <a:extLst>
              <a:ext uri="{FF2B5EF4-FFF2-40B4-BE49-F238E27FC236}">
                <a16:creationId xmlns:a16="http://schemas.microsoft.com/office/drawing/2014/main" id="{8FAD12B0-C537-4398-8B8C-92A104239D15}"/>
              </a:ext>
            </a:extLst>
          </p:cNvPr>
          <p:cNvSpPr>
            <a:spLocks noGrp="1"/>
          </p:cNvSpPr>
          <p:nvPr>
            <p:ph type="body"/>
          </p:nvPr>
        </p:nvSpPr>
        <p:spPr>
          <a:xfrm>
            <a:off x="6231960" y="368208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Title, 2 Content over Content">
    <p:spTree>
      <p:nvGrpSpPr>
        <p:cNvPr id="1" name=""/>
        <p:cNvGrpSpPr/>
        <p:nvPr/>
      </p:nvGrpSpPr>
      <p:grpSpPr>
        <a:xfrm>
          <a:off x="0" y="0"/>
          <a:ext cx="0" cy="0"/>
          <a:chOff x="0" y="0"/>
          <a:chExt cx="0" cy="0"/>
        </a:xfrm>
      </p:grpSpPr>
      <p:sp>
        <p:nvSpPr>
          <p:cNvPr id="57" name="PlaceHolder 1">
            <a:extLst>
              <a:ext uri="{FF2B5EF4-FFF2-40B4-BE49-F238E27FC236}">
                <a16:creationId xmlns:a16="http://schemas.microsoft.com/office/drawing/2014/main" id="{A610EF7F-A6E6-4E57-A0A6-977AAD314486}"/>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58" name="PlaceHolder 2">
            <a:extLst>
              <a:ext uri="{FF2B5EF4-FFF2-40B4-BE49-F238E27FC236}">
                <a16:creationId xmlns:a16="http://schemas.microsoft.com/office/drawing/2014/main" id="{F97A0D8D-6827-4003-AEB5-072C7B435567}"/>
              </a:ext>
            </a:extLst>
          </p:cNvPr>
          <p:cNvSpPr>
            <a:spLocks noGrp="1"/>
          </p:cNvSpPr>
          <p:nvPr>
            <p:ph type="body"/>
          </p:nvPr>
        </p:nvSpPr>
        <p:spPr>
          <a:xfrm>
            <a:off x="609480" y="160452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59" name="PlaceHolder 3">
            <a:extLst>
              <a:ext uri="{FF2B5EF4-FFF2-40B4-BE49-F238E27FC236}">
                <a16:creationId xmlns:a16="http://schemas.microsoft.com/office/drawing/2014/main" id="{487C7197-F95E-4D4C-93DA-BFCA3625E386}"/>
              </a:ext>
            </a:extLst>
          </p:cNvPr>
          <p:cNvSpPr>
            <a:spLocks noGrp="1"/>
          </p:cNvSpPr>
          <p:nvPr>
            <p:ph type="body"/>
          </p:nvPr>
        </p:nvSpPr>
        <p:spPr>
          <a:xfrm>
            <a:off x="6231960" y="160452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60" name="PlaceHolder 4">
            <a:extLst>
              <a:ext uri="{FF2B5EF4-FFF2-40B4-BE49-F238E27FC236}">
                <a16:creationId xmlns:a16="http://schemas.microsoft.com/office/drawing/2014/main" id="{B995043D-CF7F-46B8-94E3-CD444029B5FD}"/>
              </a:ext>
            </a:extLst>
          </p:cNvPr>
          <p:cNvSpPr>
            <a:spLocks noGrp="1"/>
          </p:cNvSpPr>
          <p:nvPr>
            <p:ph type="body"/>
          </p:nvPr>
        </p:nvSpPr>
        <p:spPr>
          <a:xfrm>
            <a:off x="609480" y="3682080"/>
            <a:ext cx="109724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Content over Content">
    <p:spTree>
      <p:nvGrpSpPr>
        <p:cNvPr id="1" name=""/>
        <p:cNvGrpSpPr/>
        <p:nvPr/>
      </p:nvGrpSpPr>
      <p:grpSpPr>
        <a:xfrm>
          <a:off x="0" y="0"/>
          <a:ext cx="0" cy="0"/>
          <a:chOff x="0" y="0"/>
          <a:chExt cx="0" cy="0"/>
        </a:xfrm>
      </p:grpSpPr>
      <p:sp>
        <p:nvSpPr>
          <p:cNvPr id="61" name="PlaceHolder 1">
            <a:extLst>
              <a:ext uri="{FF2B5EF4-FFF2-40B4-BE49-F238E27FC236}">
                <a16:creationId xmlns:a16="http://schemas.microsoft.com/office/drawing/2014/main" id="{B2E47DD8-A714-47E8-98C4-8D01AB8D4BB6}"/>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62" name="PlaceHolder 2">
            <a:extLst>
              <a:ext uri="{FF2B5EF4-FFF2-40B4-BE49-F238E27FC236}">
                <a16:creationId xmlns:a16="http://schemas.microsoft.com/office/drawing/2014/main" id="{101D36EC-4334-4C1E-B12C-7AADFAD72379}"/>
              </a:ext>
            </a:extLst>
          </p:cNvPr>
          <p:cNvSpPr>
            <a:spLocks noGrp="1"/>
          </p:cNvSpPr>
          <p:nvPr>
            <p:ph type="body"/>
          </p:nvPr>
        </p:nvSpPr>
        <p:spPr>
          <a:xfrm>
            <a:off x="609480" y="1604520"/>
            <a:ext cx="109724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63" name="PlaceHolder 3">
            <a:extLst>
              <a:ext uri="{FF2B5EF4-FFF2-40B4-BE49-F238E27FC236}">
                <a16:creationId xmlns:a16="http://schemas.microsoft.com/office/drawing/2014/main" id="{632AE9A2-05A6-41B5-810A-4A7EC6F3E8E7}"/>
              </a:ext>
            </a:extLst>
          </p:cNvPr>
          <p:cNvSpPr>
            <a:spLocks noGrp="1"/>
          </p:cNvSpPr>
          <p:nvPr>
            <p:ph type="body"/>
          </p:nvPr>
        </p:nvSpPr>
        <p:spPr>
          <a:xfrm>
            <a:off x="609480" y="3682080"/>
            <a:ext cx="109724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Title, 4 Content">
    <p:spTree>
      <p:nvGrpSpPr>
        <p:cNvPr id="1" name=""/>
        <p:cNvGrpSpPr/>
        <p:nvPr/>
      </p:nvGrpSpPr>
      <p:grpSpPr>
        <a:xfrm>
          <a:off x="0" y="0"/>
          <a:ext cx="0" cy="0"/>
          <a:chOff x="0" y="0"/>
          <a:chExt cx="0" cy="0"/>
        </a:xfrm>
      </p:grpSpPr>
      <p:sp>
        <p:nvSpPr>
          <p:cNvPr id="64" name="PlaceHolder 1">
            <a:extLst>
              <a:ext uri="{FF2B5EF4-FFF2-40B4-BE49-F238E27FC236}">
                <a16:creationId xmlns:a16="http://schemas.microsoft.com/office/drawing/2014/main" id="{59D20E98-25C9-4835-BAAF-F9C6456DA5F3}"/>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65" name="PlaceHolder 2">
            <a:extLst>
              <a:ext uri="{FF2B5EF4-FFF2-40B4-BE49-F238E27FC236}">
                <a16:creationId xmlns:a16="http://schemas.microsoft.com/office/drawing/2014/main" id="{5D7359E2-B679-431F-8BD1-1AD13E6D4977}"/>
              </a:ext>
            </a:extLst>
          </p:cNvPr>
          <p:cNvSpPr>
            <a:spLocks noGrp="1"/>
          </p:cNvSpPr>
          <p:nvPr>
            <p:ph type="body"/>
          </p:nvPr>
        </p:nvSpPr>
        <p:spPr>
          <a:xfrm>
            <a:off x="609480" y="160452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66" name="PlaceHolder 3">
            <a:extLst>
              <a:ext uri="{FF2B5EF4-FFF2-40B4-BE49-F238E27FC236}">
                <a16:creationId xmlns:a16="http://schemas.microsoft.com/office/drawing/2014/main" id="{C501D40A-4FE1-43BD-BA89-2987BB3A65EC}"/>
              </a:ext>
            </a:extLst>
          </p:cNvPr>
          <p:cNvSpPr>
            <a:spLocks noGrp="1"/>
          </p:cNvSpPr>
          <p:nvPr>
            <p:ph type="body"/>
          </p:nvPr>
        </p:nvSpPr>
        <p:spPr>
          <a:xfrm>
            <a:off x="6231960" y="160452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67" name="PlaceHolder 4">
            <a:extLst>
              <a:ext uri="{FF2B5EF4-FFF2-40B4-BE49-F238E27FC236}">
                <a16:creationId xmlns:a16="http://schemas.microsoft.com/office/drawing/2014/main" id="{E1A25D2A-BAE9-4B2D-88E2-4C132F9BB3DB}"/>
              </a:ext>
            </a:extLst>
          </p:cNvPr>
          <p:cNvSpPr>
            <a:spLocks noGrp="1"/>
          </p:cNvSpPr>
          <p:nvPr>
            <p:ph type="body"/>
          </p:nvPr>
        </p:nvSpPr>
        <p:spPr>
          <a:xfrm>
            <a:off x="609480" y="368208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68" name="PlaceHolder 5">
            <a:extLst>
              <a:ext uri="{FF2B5EF4-FFF2-40B4-BE49-F238E27FC236}">
                <a16:creationId xmlns:a16="http://schemas.microsoft.com/office/drawing/2014/main" id="{9B0A5D43-E7A5-436F-AAD4-1F47203E95C3}"/>
              </a:ext>
            </a:extLst>
          </p:cNvPr>
          <p:cNvSpPr>
            <a:spLocks noGrp="1"/>
          </p:cNvSpPr>
          <p:nvPr>
            <p:ph type="body"/>
          </p:nvPr>
        </p:nvSpPr>
        <p:spPr>
          <a:xfrm>
            <a:off x="6231960" y="368208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69" name="PlaceHolder 1">
            <a:extLst>
              <a:ext uri="{FF2B5EF4-FFF2-40B4-BE49-F238E27FC236}">
                <a16:creationId xmlns:a16="http://schemas.microsoft.com/office/drawing/2014/main" id="{430496B9-D835-48D3-AF57-9163E74B26BD}"/>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70" name="PlaceHolder 2">
            <a:extLst>
              <a:ext uri="{FF2B5EF4-FFF2-40B4-BE49-F238E27FC236}">
                <a16:creationId xmlns:a16="http://schemas.microsoft.com/office/drawing/2014/main" id="{994877C3-E4BD-4B18-B0EA-D912D0616E73}"/>
              </a:ext>
            </a:extLst>
          </p:cNvPr>
          <p:cNvSpPr>
            <a:spLocks noGrp="1"/>
          </p:cNvSpPr>
          <p:nvPr>
            <p:ph type="body"/>
          </p:nvPr>
        </p:nvSpPr>
        <p:spPr>
          <a:xfrm>
            <a:off x="609480" y="1604520"/>
            <a:ext cx="35330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71" name="PlaceHolder 3">
            <a:extLst>
              <a:ext uri="{FF2B5EF4-FFF2-40B4-BE49-F238E27FC236}">
                <a16:creationId xmlns:a16="http://schemas.microsoft.com/office/drawing/2014/main" id="{E54DB432-5C53-4C4B-B03F-1B13AFD3FE70}"/>
              </a:ext>
            </a:extLst>
          </p:cNvPr>
          <p:cNvSpPr>
            <a:spLocks noGrp="1"/>
          </p:cNvSpPr>
          <p:nvPr>
            <p:ph type="body"/>
          </p:nvPr>
        </p:nvSpPr>
        <p:spPr>
          <a:xfrm>
            <a:off x="4319640" y="1604520"/>
            <a:ext cx="35330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72" name="PlaceHolder 4">
            <a:extLst>
              <a:ext uri="{FF2B5EF4-FFF2-40B4-BE49-F238E27FC236}">
                <a16:creationId xmlns:a16="http://schemas.microsoft.com/office/drawing/2014/main" id="{036CE799-0FE1-4C75-8A2D-3D49A1970000}"/>
              </a:ext>
            </a:extLst>
          </p:cNvPr>
          <p:cNvSpPr>
            <a:spLocks noGrp="1"/>
          </p:cNvSpPr>
          <p:nvPr>
            <p:ph type="body"/>
          </p:nvPr>
        </p:nvSpPr>
        <p:spPr>
          <a:xfrm>
            <a:off x="8029800" y="1604520"/>
            <a:ext cx="35330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73" name="PlaceHolder 5">
            <a:extLst>
              <a:ext uri="{FF2B5EF4-FFF2-40B4-BE49-F238E27FC236}">
                <a16:creationId xmlns:a16="http://schemas.microsoft.com/office/drawing/2014/main" id="{7A56F5FA-10B1-4B70-B313-82726AA6AA0F}"/>
              </a:ext>
            </a:extLst>
          </p:cNvPr>
          <p:cNvSpPr>
            <a:spLocks noGrp="1"/>
          </p:cNvSpPr>
          <p:nvPr>
            <p:ph type="body"/>
          </p:nvPr>
        </p:nvSpPr>
        <p:spPr>
          <a:xfrm>
            <a:off x="609480" y="3682080"/>
            <a:ext cx="35330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74" name="PlaceHolder 6">
            <a:extLst>
              <a:ext uri="{FF2B5EF4-FFF2-40B4-BE49-F238E27FC236}">
                <a16:creationId xmlns:a16="http://schemas.microsoft.com/office/drawing/2014/main" id="{305C3968-7AFF-4124-894B-B71098EF2F91}"/>
              </a:ext>
            </a:extLst>
          </p:cNvPr>
          <p:cNvSpPr>
            <a:spLocks noGrp="1"/>
          </p:cNvSpPr>
          <p:nvPr>
            <p:ph type="body"/>
          </p:nvPr>
        </p:nvSpPr>
        <p:spPr>
          <a:xfrm>
            <a:off x="4319640" y="3682080"/>
            <a:ext cx="35330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75" name="PlaceHolder 7">
            <a:extLst>
              <a:ext uri="{FF2B5EF4-FFF2-40B4-BE49-F238E27FC236}">
                <a16:creationId xmlns:a16="http://schemas.microsoft.com/office/drawing/2014/main" id="{AC4BFE98-C15F-4933-B0EE-E826482A8496}"/>
              </a:ext>
            </a:extLst>
          </p:cNvPr>
          <p:cNvSpPr>
            <a:spLocks noGrp="1"/>
          </p:cNvSpPr>
          <p:nvPr>
            <p:ph type="body"/>
          </p:nvPr>
        </p:nvSpPr>
        <p:spPr>
          <a:xfrm>
            <a:off x="8029800" y="3682080"/>
            <a:ext cx="35330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78" name="PlaceHolder 1">
            <a:extLst>
              <a:ext uri="{FF2B5EF4-FFF2-40B4-BE49-F238E27FC236}">
                <a16:creationId xmlns:a16="http://schemas.microsoft.com/office/drawing/2014/main" id="{09E52DF9-03EC-4BED-9E76-2AB5D8C5A52F}"/>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79" name="PlaceHolder 2">
            <a:extLst>
              <a:ext uri="{FF2B5EF4-FFF2-40B4-BE49-F238E27FC236}">
                <a16:creationId xmlns:a16="http://schemas.microsoft.com/office/drawing/2014/main" id="{7FB7218A-F763-4E7D-8CDB-8199365FAC76}"/>
              </a:ext>
            </a:extLst>
          </p:cNvPr>
          <p:cNvSpPr>
            <a:spLocks noGrp="1"/>
          </p:cNvSpPr>
          <p:nvPr>
            <p:ph type="subTitle"/>
          </p:nvPr>
        </p:nvSpPr>
        <p:spPr>
          <a:xfrm>
            <a:off x="609480" y="1604520"/>
            <a:ext cx="10972440" cy="3977280"/>
          </a:xfrm>
          <a:prstGeom prst="rect">
            <a:avLst/>
          </a:prstGeom>
        </p:spPr>
        <p:txBody>
          <a:bodyPr lIns="0" tIns="0" rIns="0" bIns="0" anchor="ctr">
            <a:noAutofit/>
          </a:bodyPr>
          <a:lstStyle/>
          <a:p>
            <a:pPr algn="ctr">
              <a:buNone/>
            </a:pPr>
            <a:endParaRPr sz="3200" b="0" strike="noStrike" spc="-1">
              <a:latin typeface="Arial"/>
              <a:ea typeface="Arial"/>
              <a:cs typeface="Aria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80" name="PlaceHolder 1">
            <a:extLst>
              <a:ext uri="{FF2B5EF4-FFF2-40B4-BE49-F238E27FC236}">
                <a16:creationId xmlns:a16="http://schemas.microsoft.com/office/drawing/2014/main" id="{EE825364-A11D-457B-8480-10B48D31D29F}"/>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81" name="PlaceHolder 2">
            <a:extLst>
              <a:ext uri="{FF2B5EF4-FFF2-40B4-BE49-F238E27FC236}">
                <a16:creationId xmlns:a16="http://schemas.microsoft.com/office/drawing/2014/main" id="{D4A073EA-CD1F-4EA5-9A3A-18E02E43F973}"/>
              </a:ext>
            </a:extLst>
          </p:cNvPr>
          <p:cNvSpPr>
            <a:spLocks noGrp="1"/>
          </p:cNvSpPr>
          <p:nvPr>
            <p:ph type="body"/>
          </p:nvPr>
        </p:nvSpPr>
        <p:spPr>
          <a:xfrm>
            <a:off x="609480" y="1604520"/>
            <a:ext cx="10972440" cy="397728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82" name="PlaceHolder 1">
            <a:extLst>
              <a:ext uri="{FF2B5EF4-FFF2-40B4-BE49-F238E27FC236}">
                <a16:creationId xmlns:a16="http://schemas.microsoft.com/office/drawing/2014/main" id="{C5A657FD-F57D-4B2C-9EE8-57EB2C5BDBF7}"/>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83" name="PlaceHolder 2">
            <a:extLst>
              <a:ext uri="{FF2B5EF4-FFF2-40B4-BE49-F238E27FC236}">
                <a16:creationId xmlns:a16="http://schemas.microsoft.com/office/drawing/2014/main" id="{C17C7A84-85E0-4BDB-AA67-997F1CE17930}"/>
              </a:ext>
            </a:extLst>
          </p:cNvPr>
          <p:cNvSpPr>
            <a:spLocks noGrp="1"/>
          </p:cNvSpPr>
          <p:nvPr>
            <p:ph type="body"/>
          </p:nvPr>
        </p:nvSpPr>
        <p:spPr>
          <a:xfrm>
            <a:off x="609480" y="1604520"/>
            <a:ext cx="5354280" cy="397728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84" name="PlaceHolder 3">
            <a:extLst>
              <a:ext uri="{FF2B5EF4-FFF2-40B4-BE49-F238E27FC236}">
                <a16:creationId xmlns:a16="http://schemas.microsoft.com/office/drawing/2014/main" id="{7AE98D83-529C-4FA2-A519-898983FE0534}"/>
              </a:ext>
            </a:extLst>
          </p:cNvPr>
          <p:cNvSpPr>
            <a:spLocks noGrp="1"/>
          </p:cNvSpPr>
          <p:nvPr>
            <p:ph type="body"/>
          </p:nvPr>
        </p:nvSpPr>
        <p:spPr>
          <a:xfrm>
            <a:off x="6231960" y="1604520"/>
            <a:ext cx="5354280" cy="397728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5" name="PlaceHolder 1">
            <a:extLst>
              <a:ext uri="{FF2B5EF4-FFF2-40B4-BE49-F238E27FC236}">
                <a16:creationId xmlns:a16="http://schemas.microsoft.com/office/drawing/2014/main" id="{F904B098-33C0-446B-BFAE-5B586C652ACA}"/>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Centered Text">
    <p:spTree>
      <p:nvGrpSpPr>
        <p:cNvPr id="1" name=""/>
        <p:cNvGrpSpPr/>
        <p:nvPr/>
      </p:nvGrpSpPr>
      <p:grpSpPr>
        <a:xfrm>
          <a:off x="0" y="0"/>
          <a:ext cx="0" cy="0"/>
          <a:chOff x="0" y="0"/>
          <a:chExt cx="0" cy="0"/>
        </a:xfrm>
      </p:grpSpPr>
      <p:sp>
        <p:nvSpPr>
          <p:cNvPr id="86" name="PlaceHolder 1">
            <a:extLst>
              <a:ext uri="{FF2B5EF4-FFF2-40B4-BE49-F238E27FC236}">
                <a16:creationId xmlns:a16="http://schemas.microsoft.com/office/drawing/2014/main" id="{BED13F68-56B1-4CAC-A3B7-B615BA28C3C0}"/>
              </a:ext>
            </a:extLst>
          </p:cNvPr>
          <p:cNvSpPr>
            <a:spLocks noGrp="1"/>
          </p:cNvSpPr>
          <p:nvPr>
            <p:ph type="subTitle"/>
          </p:nvPr>
        </p:nvSpPr>
        <p:spPr>
          <a:xfrm>
            <a:off x="609480" y="273600"/>
            <a:ext cx="10972440" cy="5307840"/>
          </a:xfrm>
          <a:prstGeom prst="rect">
            <a:avLst/>
          </a:prstGeom>
        </p:spPr>
        <p:txBody>
          <a:bodyPr lIns="0" tIns="0" rIns="0" bIns="0" anchor="ctr">
            <a:noAutofit/>
          </a:bodyPr>
          <a:lstStyle/>
          <a:p>
            <a:pPr algn="ctr">
              <a:buNone/>
            </a:pPr>
            <a:endParaRPr sz="3200" b="0" strike="noStrike" spc="-1">
              <a:latin typeface="Arial"/>
              <a:ea typeface="Arial"/>
              <a:cs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Title, 2 Content and Content">
    <p:spTree>
      <p:nvGrpSpPr>
        <p:cNvPr id="1" name=""/>
        <p:cNvGrpSpPr/>
        <p:nvPr/>
      </p:nvGrpSpPr>
      <p:grpSpPr>
        <a:xfrm>
          <a:off x="0" y="0"/>
          <a:ext cx="0" cy="0"/>
          <a:chOff x="0" y="0"/>
          <a:chExt cx="0" cy="0"/>
        </a:xfrm>
      </p:grpSpPr>
      <p:sp>
        <p:nvSpPr>
          <p:cNvPr id="87" name="PlaceHolder 1">
            <a:extLst>
              <a:ext uri="{FF2B5EF4-FFF2-40B4-BE49-F238E27FC236}">
                <a16:creationId xmlns:a16="http://schemas.microsoft.com/office/drawing/2014/main" id="{9BF2C1E1-5AAD-4D81-B0E5-EFB9A4445257}"/>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88" name="PlaceHolder 2">
            <a:extLst>
              <a:ext uri="{FF2B5EF4-FFF2-40B4-BE49-F238E27FC236}">
                <a16:creationId xmlns:a16="http://schemas.microsoft.com/office/drawing/2014/main" id="{41B1374F-B1B9-4CAA-AD59-F2CC2BF14ED5}"/>
              </a:ext>
            </a:extLst>
          </p:cNvPr>
          <p:cNvSpPr>
            <a:spLocks noGrp="1"/>
          </p:cNvSpPr>
          <p:nvPr>
            <p:ph type="body"/>
          </p:nvPr>
        </p:nvSpPr>
        <p:spPr>
          <a:xfrm>
            <a:off x="609480" y="160452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89" name="PlaceHolder 3">
            <a:extLst>
              <a:ext uri="{FF2B5EF4-FFF2-40B4-BE49-F238E27FC236}">
                <a16:creationId xmlns:a16="http://schemas.microsoft.com/office/drawing/2014/main" id="{85336D9B-7246-42ED-A831-2733930C0DA5}"/>
              </a:ext>
            </a:extLst>
          </p:cNvPr>
          <p:cNvSpPr>
            <a:spLocks noGrp="1"/>
          </p:cNvSpPr>
          <p:nvPr>
            <p:ph type="body"/>
          </p:nvPr>
        </p:nvSpPr>
        <p:spPr>
          <a:xfrm>
            <a:off x="6231960" y="1604520"/>
            <a:ext cx="5354280" cy="397728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90" name="PlaceHolder 4">
            <a:extLst>
              <a:ext uri="{FF2B5EF4-FFF2-40B4-BE49-F238E27FC236}">
                <a16:creationId xmlns:a16="http://schemas.microsoft.com/office/drawing/2014/main" id="{1F152E9B-CC36-4D47-B60A-47F0FFBCC5AE}"/>
              </a:ext>
            </a:extLst>
          </p:cNvPr>
          <p:cNvSpPr>
            <a:spLocks noGrp="1"/>
          </p:cNvSpPr>
          <p:nvPr>
            <p:ph type="body"/>
          </p:nvPr>
        </p:nvSpPr>
        <p:spPr>
          <a:xfrm>
            <a:off x="609480" y="368208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Title Content and 2 Content">
    <p:spTree>
      <p:nvGrpSpPr>
        <p:cNvPr id="1" name=""/>
        <p:cNvGrpSpPr/>
        <p:nvPr/>
      </p:nvGrpSpPr>
      <p:grpSpPr>
        <a:xfrm>
          <a:off x="0" y="0"/>
          <a:ext cx="0" cy="0"/>
          <a:chOff x="0" y="0"/>
          <a:chExt cx="0" cy="0"/>
        </a:xfrm>
      </p:grpSpPr>
      <p:sp>
        <p:nvSpPr>
          <p:cNvPr id="91" name="PlaceHolder 1">
            <a:extLst>
              <a:ext uri="{FF2B5EF4-FFF2-40B4-BE49-F238E27FC236}">
                <a16:creationId xmlns:a16="http://schemas.microsoft.com/office/drawing/2014/main" id="{A37C121F-D779-4AB8-8BDE-CCDCEDD92A80}"/>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92" name="PlaceHolder 2">
            <a:extLst>
              <a:ext uri="{FF2B5EF4-FFF2-40B4-BE49-F238E27FC236}">
                <a16:creationId xmlns:a16="http://schemas.microsoft.com/office/drawing/2014/main" id="{EA663E86-057B-4DD2-A066-FDD82DA753D6}"/>
              </a:ext>
            </a:extLst>
          </p:cNvPr>
          <p:cNvSpPr>
            <a:spLocks noGrp="1"/>
          </p:cNvSpPr>
          <p:nvPr>
            <p:ph type="body"/>
          </p:nvPr>
        </p:nvSpPr>
        <p:spPr>
          <a:xfrm>
            <a:off x="609480" y="1604520"/>
            <a:ext cx="5354280" cy="397728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93" name="PlaceHolder 3">
            <a:extLst>
              <a:ext uri="{FF2B5EF4-FFF2-40B4-BE49-F238E27FC236}">
                <a16:creationId xmlns:a16="http://schemas.microsoft.com/office/drawing/2014/main" id="{E43F5625-341F-4F53-8DB7-889C2BD7BE4A}"/>
              </a:ext>
            </a:extLst>
          </p:cNvPr>
          <p:cNvSpPr>
            <a:spLocks noGrp="1"/>
          </p:cNvSpPr>
          <p:nvPr>
            <p:ph type="body"/>
          </p:nvPr>
        </p:nvSpPr>
        <p:spPr>
          <a:xfrm>
            <a:off x="6231960" y="160452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94" name="PlaceHolder 4">
            <a:extLst>
              <a:ext uri="{FF2B5EF4-FFF2-40B4-BE49-F238E27FC236}">
                <a16:creationId xmlns:a16="http://schemas.microsoft.com/office/drawing/2014/main" id="{C83D55BB-473B-4E73-B797-C526170FA32A}"/>
              </a:ext>
            </a:extLst>
          </p:cNvPr>
          <p:cNvSpPr>
            <a:spLocks noGrp="1"/>
          </p:cNvSpPr>
          <p:nvPr>
            <p:ph type="body"/>
          </p:nvPr>
        </p:nvSpPr>
        <p:spPr>
          <a:xfrm>
            <a:off x="6231960" y="368208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Title, 2 Content over Content">
    <p:spTree>
      <p:nvGrpSpPr>
        <p:cNvPr id="1" name=""/>
        <p:cNvGrpSpPr/>
        <p:nvPr/>
      </p:nvGrpSpPr>
      <p:grpSpPr>
        <a:xfrm>
          <a:off x="0" y="0"/>
          <a:ext cx="0" cy="0"/>
          <a:chOff x="0" y="0"/>
          <a:chExt cx="0" cy="0"/>
        </a:xfrm>
      </p:grpSpPr>
      <p:sp>
        <p:nvSpPr>
          <p:cNvPr id="95" name="PlaceHolder 1">
            <a:extLst>
              <a:ext uri="{FF2B5EF4-FFF2-40B4-BE49-F238E27FC236}">
                <a16:creationId xmlns:a16="http://schemas.microsoft.com/office/drawing/2014/main" id="{FA8263AF-A520-4E19-81B3-4BABC6F2F01E}"/>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96" name="PlaceHolder 2">
            <a:extLst>
              <a:ext uri="{FF2B5EF4-FFF2-40B4-BE49-F238E27FC236}">
                <a16:creationId xmlns:a16="http://schemas.microsoft.com/office/drawing/2014/main" id="{299E8D52-20B6-470D-AD19-07EDA08AFF0A}"/>
              </a:ext>
            </a:extLst>
          </p:cNvPr>
          <p:cNvSpPr>
            <a:spLocks noGrp="1"/>
          </p:cNvSpPr>
          <p:nvPr>
            <p:ph type="body"/>
          </p:nvPr>
        </p:nvSpPr>
        <p:spPr>
          <a:xfrm>
            <a:off x="609480" y="160452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97" name="PlaceHolder 3">
            <a:extLst>
              <a:ext uri="{FF2B5EF4-FFF2-40B4-BE49-F238E27FC236}">
                <a16:creationId xmlns:a16="http://schemas.microsoft.com/office/drawing/2014/main" id="{491D01F8-DDCB-4F2F-AEE8-D04E878BA85B}"/>
              </a:ext>
            </a:extLst>
          </p:cNvPr>
          <p:cNvSpPr>
            <a:spLocks noGrp="1"/>
          </p:cNvSpPr>
          <p:nvPr>
            <p:ph type="body"/>
          </p:nvPr>
        </p:nvSpPr>
        <p:spPr>
          <a:xfrm>
            <a:off x="6231960" y="160452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98" name="PlaceHolder 4">
            <a:extLst>
              <a:ext uri="{FF2B5EF4-FFF2-40B4-BE49-F238E27FC236}">
                <a16:creationId xmlns:a16="http://schemas.microsoft.com/office/drawing/2014/main" id="{DD185B24-0E3E-4F99-8C94-F038A7211992}"/>
              </a:ext>
            </a:extLst>
          </p:cNvPr>
          <p:cNvSpPr>
            <a:spLocks noGrp="1"/>
          </p:cNvSpPr>
          <p:nvPr>
            <p:ph type="body"/>
          </p:nvPr>
        </p:nvSpPr>
        <p:spPr>
          <a:xfrm>
            <a:off x="609480" y="3682080"/>
            <a:ext cx="109724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Title, Content over Content">
    <p:spTree>
      <p:nvGrpSpPr>
        <p:cNvPr id="1" name=""/>
        <p:cNvGrpSpPr/>
        <p:nvPr/>
      </p:nvGrpSpPr>
      <p:grpSpPr>
        <a:xfrm>
          <a:off x="0" y="0"/>
          <a:ext cx="0" cy="0"/>
          <a:chOff x="0" y="0"/>
          <a:chExt cx="0" cy="0"/>
        </a:xfrm>
      </p:grpSpPr>
      <p:sp>
        <p:nvSpPr>
          <p:cNvPr id="99" name="PlaceHolder 1">
            <a:extLst>
              <a:ext uri="{FF2B5EF4-FFF2-40B4-BE49-F238E27FC236}">
                <a16:creationId xmlns:a16="http://schemas.microsoft.com/office/drawing/2014/main" id="{ACEA8A00-511B-44E4-81B5-522CCEF1B22F}"/>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100" name="PlaceHolder 2">
            <a:extLst>
              <a:ext uri="{FF2B5EF4-FFF2-40B4-BE49-F238E27FC236}">
                <a16:creationId xmlns:a16="http://schemas.microsoft.com/office/drawing/2014/main" id="{40D18A39-F672-44E0-B6CC-4D94DD3D8449}"/>
              </a:ext>
            </a:extLst>
          </p:cNvPr>
          <p:cNvSpPr>
            <a:spLocks noGrp="1"/>
          </p:cNvSpPr>
          <p:nvPr>
            <p:ph type="body"/>
          </p:nvPr>
        </p:nvSpPr>
        <p:spPr>
          <a:xfrm>
            <a:off x="609480" y="1604520"/>
            <a:ext cx="109724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101" name="PlaceHolder 3">
            <a:extLst>
              <a:ext uri="{FF2B5EF4-FFF2-40B4-BE49-F238E27FC236}">
                <a16:creationId xmlns:a16="http://schemas.microsoft.com/office/drawing/2014/main" id="{81B0B2EB-45A0-41CA-8B34-2868A7CE5B7E}"/>
              </a:ext>
            </a:extLst>
          </p:cNvPr>
          <p:cNvSpPr>
            <a:spLocks noGrp="1"/>
          </p:cNvSpPr>
          <p:nvPr>
            <p:ph type="body"/>
          </p:nvPr>
        </p:nvSpPr>
        <p:spPr>
          <a:xfrm>
            <a:off x="609480" y="3682080"/>
            <a:ext cx="109724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Title, 4 Content">
    <p:spTree>
      <p:nvGrpSpPr>
        <p:cNvPr id="1" name=""/>
        <p:cNvGrpSpPr/>
        <p:nvPr/>
      </p:nvGrpSpPr>
      <p:grpSpPr>
        <a:xfrm>
          <a:off x="0" y="0"/>
          <a:ext cx="0" cy="0"/>
          <a:chOff x="0" y="0"/>
          <a:chExt cx="0" cy="0"/>
        </a:xfrm>
      </p:grpSpPr>
      <p:sp>
        <p:nvSpPr>
          <p:cNvPr id="102" name="PlaceHolder 1">
            <a:extLst>
              <a:ext uri="{FF2B5EF4-FFF2-40B4-BE49-F238E27FC236}">
                <a16:creationId xmlns:a16="http://schemas.microsoft.com/office/drawing/2014/main" id="{A5B28CAC-F0BF-452B-AD91-43EE17D2B28A}"/>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103" name="PlaceHolder 2">
            <a:extLst>
              <a:ext uri="{FF2B5EF4-FFF2-40B4-BE49-F238E27FC236}">
                <a16:creationId xmlns:a16="http://schemas.microsoft.com/office/drawing/2014/main" id="{9CC4CFDA-1C96-4382-A88C-86F9F488B9D0}"/>
              </a:ext>
            </a:extLst>
          </p:cNvPr>
          <p:cNvSpPr>
            <a:spLocks noGrp="1"/>
          </p:cNvSpPr>
          <p:nvPr>
            <p:ph type="body"/>
          </p:nvPr>
        </p:nvSpPr>
        <p:spPr>
          <a:xfrm>
            <a:off x="609480" y="160452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104" name="PlaceHolder 3">
            <a:extLst>
              <a:ext uri="{FF2B5EF4-FFF2-40B4-BE49-F238E27FC236}">
                <a16:creationId xmlns:a16="http://schemas.microsoft.com/office/drawing/2014/main" id="{C21319D9-6837-40EF-B39F-7040F579DBBC}"/>
              </a:ext>
            </a:extLst>
          </p:cNvPr>
          <p:cNvSpPr>
            <a:spLocks noGrp="1"/>
          </p:cNvSpPr>
          <p:nvPr>
            <p:ph type="body"/>
          </p:nvPr>
        </p:nvSpPr>
        <p:spPr>
          <a:xfrm>
            <a:off x="6231960" y="160452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105" name="PlaceHolder 4">
            <a:extLst>
              <a:ext uri="{FF2B5EF4-FFF2-40B4-BE49-F238E27FC236}">
                <a16:creationId xmlns:a16="http://schemas.microsoft.com/office/drawing/2014/main" id="{A8727D4A-49D4-412F-A624-73DF0FE32201}"/>
              </a:ext>
            </a:extLst>
          </p:cNvPr>
          <p:cNvSpPr>
            <a:spLocks noGrp="1"/>
          </p:cNvSpPr>
          <p:nvPr>
            <p:ph type="body"/>
          </p:nvPr>
        </p:nvSpPr>
        <p:spPr>
          <a:xfrm>
            <a:off x="609480" y="368208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106" name="PlaceHolder 5">
            <a:extLst>
              <a:ext uri="{FF2B5EF4-FFF2-40B4-BE49-F238E27FC236}">
                <a16:creationId xmlns:a16="http://schemas.microsoft.com/office/drawing/2014/main" id="{7451DCCF-9D06-4E68-895F-2914D79EFB7D}"/>
              </a:ext>
            </a:extLst>
          </p:cNvPr>
          <p:cNvSpPr>
            <a:spLocks noGrp="1"/>
          </p:cNvSpPr>
          <p:nvPr>
            <p:ph type="body"/>
          </p:nvPr>
        </p:nvSpPr>
        <p:spPr>
          <a:xfrm>
            <a:off x="6231960" y="368208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107" name="PlaceHolder 1">
            <a:extLst>
              <a:ext uri="{FF2B5EF4-FFF2-40B4-BE49-F238E27FC236}">
                <a16:creationId xmlns:a16="http://schemas.microsoft.com/office/drawing/2014/main" id="{D21293F2-927D-47B7-A2CF-B2276B7B78FB}"/>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108" name="PlaceHolder 2">
            <a:extLst>
              <a:ext uri="{FF2B5EF4-FFF2-40B4-BE49-F238E27FC236}">
                <a16:creationId xmlns:a16="http://schemas.microsoft.com/office/drawing/2014/main" id="{6FF53182-D700-4CE1-9258-0E20BCB81957}"/>
              </a:ext>
            </a:extLst>
          </p:cNvPr>
          <p:cNvSpPr>
            <a:spLocks noGrp="1"/>
          </p:cNvSpPr>
          <p:nvPr>
            <p:ph type="body"/>
          </p:nvPr>
        </p:nvSpPr>
        <p:spPr>
          <a:xfrm>
            <a:off x="609480" y="1604520"/>
            <a:ext cx="35330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109" name="PlaceHolder 3">
            <a:extLst>
              <a:ext uri="{FF2B5EF4-FFF2-40B4-BE49-F238E27FC236}">
                <a16:creationId xmlns:a16="http://schemas.microsoft.com/office/drawing/2014/main" id="{C11EE271-93AE-48FE-83CF-27C48181769C}"/>
              </a:ext>
            </a:extLst>
          </p:cNvPr>
          <p:cNvSpPr>
            <a:spLocks noGrp="1"/>
          </p:cNvSpPr>
          <p:nvPr>
            <p:ph type="body"/>
          </p:nvPr>
        </p:nvSpPr>
        <p:spPr>
          <a:xfrm>
            <a:off x="4319640" y="1604520"/>
            <a:ext cx="35330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110" name="PlaceHolder 4">
            <a:extLst>
              <a:ext uri="{FF2B5EF4-FFF2-40B4-BE49-F238E27FC236}">
                <a16:creationId xmlns:a16="http://schemas.microsoft.com/office/drawing/2014/main" id="{2D1798BD-23DC-4F92-B132-AAB701BD9B36}"/>
              </a:ext>
            </a:extLst>
          </p:cNvPr>
          <p:cNvSpPr>
            <a:spLocks noGrp="1"/>
          </p:cNvSpPr>
          <p:nvPr>
            <p:ph type="body"/>
          </p:nvPr>
        </p:nvSpPr>
        <p:spPr>
          <a:xfrm>
            <a:off x="8029800" y="1604520"/>
            <a:ext cx="35330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111" name="PlaceHolder 5">
            <a:extLst>
              <a:ext uri="{FF2B5EF4-FFF2-40B4-BE49-F238E27FC236}">
                <a16:creationId xmlns:a16="http://schemas.microsoft.com/office/drawing/2014/main" id="{8D0797DA-010E-4438-ABA3-602940AC4914}"/>
              </a:ext>
            </a:extLst>
          </p:cNvPr>
          <p:cNvSpPr>
            <a:spLocks noGrp="1"/>
          </p:cNvSpPr>
          <p:nvPr>
            <p:ph type="body"/>
          </p:nvPr>
        </p:nvSpPr>
        <p:spPr>
          <a:xfrm>
            <a:off x="609480" y="3682080"/>
            <a:ext cx="35330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112" name="PlaceHolder 6">
            <a:extLst>
              <a:ext uri="{FF2B5EF4-FFF2-40B4-BE49-F238E27FC236}">
                <a16:creationId xmlns:a16="http://schemas.microsoft.com/office/drawing/2014/main" id="{D5B7A535-9A37-4D6C-A073-6E26651B19CB}"/>
              </a:ext>
            </a:extLst>
          </p:cNvPr>
          <p:cNvSpPr>
            <a:spLocks noGrp="1"/>
          </p:cNvSpPr>
          <p:nvPr>
            <p:ph type="body"/>
          </p:nvPr>
        </p:nvSpPr>
        <p:spPr>
          <a:xfrm>
            <a:off x="4319640" y="3682080"/>
            <a:ext cx="35330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113" name="PlaceHolder 7">
            <a:extLst>
              <a:ext uri="{FF2B5EF4-FFF2-40B4-BE49-F238E27FC236}">
                <a16:creationId xmlns:a16="http://schemas.microsoft.com/office/drawing/2014/main" id="{034F792B-68C4-42E9-97FD-6147489E40F5}"/>
              </a:ext>
            </a:extLst>
          </p:cNvPr>
          <p:cNvSpPr>
            <a:spLocks noGrp="1"/>
          </p:cNvSpPr>
          <p:nvPr>
            <p:ph type="body"/>
          </p:nvPr>
        </p:nvSpPr>
        <p:spPr>
          <a:xfrm>
            <a:off x="8029800" y="3682080"/>
            <a:ext cx="35330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117" name="PlaceHolder 1">
            <a:extLst>
              <a:ext uri="{FF2B5EF4-FFF2-40B4-BE49-F238E27FC236}">
                <a16:creationId xmlns:a16="http://schemas.microsoft.com/office/drawing/2014/main" id="{A4C2F67D-2147-4712-9C93-377808522BB4}"/>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118" name="PlaceHolder 2">
            <a:extLst>
              <a:ext uri="{FF2B5EF4-FFF2-40B4-BE49-F238E27FC236}">
                <a16:creationId xmlns:a16="http://schemas.microsoft.com/office/drawing/2014/main" id="{AEBB9ACF-74BA-45F3-98EC-6227EFFB4180}"/>
              </a:ext>
            </a:extLst>
          </p:cNvPr>
          <p:cNvSpPr>
            <a:spLocks noGrp="1"/>
          </p:cNvSpPr>
          <p:nvPr>
            <p:ph type="subTitle"/>
          </p:nvPr>
        </p:nvSpPr>
        <p:spPr>
          <a:xfrm>
            <a:off x="609480" y="1604520"/>
            <a:ext cx="10972440" cy="3977280"/>
          </a:xfrm>
          <a:prstGeom prst="rect">
            <a:avLst/>
          </a:prstGeom>
        </p:spPr>
        <p:txBody>
          <a:bodyPr lIns="0" tIns="0" rIns="0" bIns="0" anchor="ctr">
            <a:noAutofit/>
          </a:bodyPr>
          <a:lstStyle/>
          <a:p>
            <a:pPr algn="ctr">
              <a:buNone/>
            </a:pPr>
            <a:endParaRPr sz="3200" b="0" strike="noStrike" spc="-1">
              <a:latin typeface="Arial"/>
              <a:ea typeface="Arial"/>
              <a:cs typeface="Aria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119" name="PlaceHolder 1">
            <a:extLst>
              <a:ext uri="{FF2B5EF4-FFF2-40B4-BE49-F238E27FC236}">
                <a16:creationId xmlns:a16="http://schemas.microsoft.com/office/drawing/2014/main" id="{987A50F5-A7C3-47EA-93A3-79F592C1A53C}"/>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120" name="PlaceHolder 2">
            <a:extLst>
              <a:ext uri="{FF2B5EF4-FFF2-40B4-BE49-F238E27FC236}">
                <a16:creationId xmlns:a16="http://schemas.microsoft.com/office/drawing/2014/main" id="{01ED7D0A-F221-46EF-818B-95A8BEF2E333}"/>
              </a:ext>
            </a:extLst>
          </p:cNvPr>
          <p:cNvSpPr>
            <a:spLocks noGrp="1"/>
          </p:cNvSpPr>
          <p:nvPr>
            <p:ph type="body"/>
          </p:nvPr>
        </p:nvSpPr>
        <p:spPr>
          <a:xfrm>
            <a:off x="609480" y="1604520"/>
            <a:ext cx="10972440" cy="397728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121" name="PlaceHolder 1">
            <a:extLst>
              <a:ext uri="{FF2B5EF4-FFF2-40B4-BE49-F238E27FC236}">
                <a16:creationId xmlns:a16="http://schemas.microsoft.com/office/drawing/2014/main" id="{D09452CC-61D5-4543-B1BB-2094A9FEBF29}"/>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122" name="PlaceHolder 2">
            <a:extLst>
              <a:ext uri="{FF2B5EF4-FFF2-40B4-BE49-F238E27FC236}">
                <a16:creationId xmlns:a16="http://schemas.microsoft.com/office/drawing/2014/main" id="{B3BAE729-E61C-435F-B413-62D0E75B0CD4}"/>
              </a:ext>
            </a:extLst>
          </p:cNvPr>
          <p:cNvSpPr>
            <a:spLocks noGrp="1"/>
          </p:cNvSpPr>
          <p:nvPr>
            <p:ph type="body"/>
          </p:nvPr>
        </p:nvSpPr>
        <p:spPr>
          <a:xfrm>
            <a:off x="609480" y="1604520"/>
            <a:ext cx="5354280" cy="397728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123" name="PlaceHolder 3">
            <a:extLst>
              <a:ext uri="{FF2B5EF4-FFF2-40B4-BE49-F238E27FC236}">
                <a16:creationId xmlns:a16="http://schemas.microsoft.com/office/drawing/2014/main" id="{78142662-AA0A-4476-B4B2-B25DB9C3E1AB}"/>
              </a:ext>
            </a:extLst>
          </p:cNvPr>
          <p:cNvSpPr>
            <a:spLocks noGrp="1"/>
          </p:cNvSpPr>
          <p:nvPr>
            <p:ph type="body"/>
          </p:nvPr>
        </p:nvSpPr>
        <p:spPr>
          <a:xfrm>
            <a:off x="6231960" y="1604520"/>
            <a:ext cx="5354280" cy="397728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24" name="PlaceHolder 1">
            <a:extLst>
              <a:ext uri="{FF2B5EF4-FFF2-40B4-BE49-F238E27FC236}">
                <a16:creationId xmlns:a16="http://schemas.microsoft.com/office/drawing/2014/main" id="{49714251-2A26-4A6C-90DF-8A591C55E8D6}"/>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Centered Text">
    <p:spTree>
      <p:nvGrpSpPr>
        <p:cNvPr id="1" name=""/>
        <p:cNvGrpSpPr/>
        <p:nvPr/>
      </p:nvGrpSpPr>
      <p:grpSpPr>
        <a:xfrm>
          <a:off x="0" y="0"/>
          <a:ext cx="0" cy="0"/>
          <a:chOff x="0" y="0"/>
          <a:chExt cx="0" cy="0"/>
        </a:xfrm>
      </p:grpSpPr>
      <p:sp>
        <p:nvSpPr>
          <p:cNvPr id="125" name="PlaceHolder 1">
            <a:extLst>
              <a:ext uri="{FF2B5EF4-FFF2-40B4-BE49-F238E27FC236}">
                <a16:creationId xmlns:a16="http://schemas.microsoft.com/office/drawing/2014/main" id="{96D853D4-B600-4312-9335-99022C9A12E4}"/>
              </a:ext>
            </a:extLst>
          </p:cNvPr>
          <p:cNvSpPr>
            <a:spLocks noGrp="1"/>
          </p:cNvSpPr>
          <p:nvPr>
            <p:ph type="subTitle"/>
          </p:nvPr>
        </p:nvSpPr>
        <p:spPr>
          <a:xfrm>
            <a:off x="609480" y="273600"/>
            <a:ext cx="10972440" cy="5307840"/>
          </a:xfrm>
          <a:prstGeom prst="rect">
            <a:avLst/>
          </a:prstGeom>
        </p:spPr>
        <p:txBody>
          <a:bodyPr lIns="0" tIns="0" rIns="0" bIns="0" anchor="ctr">
            <a:noAutofit/>
          </a:bodyPr>
          <a:lstStyle/>
          <a:p>
            <a:pPr algn="ctr">
              <a:buNone/>
            </a:pPr>
            <a:endParaRPr sz="3200" b="0" strike="noStrike" spc="-1">
              <a:latin typeface="Arial"/>
              <a:ea typeface="Arial"/>
              <a:cs typeface="Arial"/>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Title, 2 Content and Content">
    <p:spTree>
      <p:nvGrpSpPr>
        <p:cNvPr id="1" name=""/>
        <p:cNvGrpSpPr/>
        <p:nvPr/>
      </p:nvGrpSpPr>
      <p:grpSpPr>
        <a:xfrm>
          <a:off x="0" y="0"/>
          <a:ext cx="0" cy="0"/>
          <a:chOff x="0" y="0"/>
          <a:chExt cx="0" cy="0"/>
        </a:xfrm>
      </p:grpSpPr>
      <p:sp>
        <p:nvSpPr>
          <p:cNvPr id="126" name="PlaceHolder 1">
            <a:extLst>
              <a:ext uri="{FF2B5EF4-FFF2-40B4-BE49-F238E27FC236}">
                <a16:creationId xmlns:a16="http://schemas.microsoft.com/office/drawing/2014/main" id="{15A62FB6-D45E-4BC9-9762-9A5C429E66CE}"/>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127" name="PlaceHolder 2">
            <a:extLst>
              <a:ext uri="{FF2B5EF4-FFF2-40B4-BE49-F238E27FC236}">
                <a16:creationId xmlns:a16="http://schemas.microsoft.com/office/drawing/2014/main" id="{2969A164-2576-4A10-B85C-A70D1FCA9B35}"/>
              </a:ext>
            </a:extLst>
          </p:cNvPr>
          <p:cNvSpPr>
            <a:spLocks noGrp="1"/>
          </p:cNvSpPr>
          <p:nvPr>
            <p:ph type="body"/>
          </p:nvPr>
        </p:nvSpPr>
        <p:spPr>
          <a:xfrm>
            <a:off x="609480" y="160452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128" name="PlaceHolder 3">
            <a:extLst>
              <a:ext uri="{FF2B5EF4-FFF2-40B4-BE49-F238E27FC236}">
                <a16:creationId xmlns:a16="http://schemas.microsoft.com/office/drawing/2014/main" id="{DB4147B6-B660-45F2-BEED-77CC6F1991E2}"/>
              </a:ext>
            </a:extLst>
          </p:cNvPr>
          <p:cNvSpPr>
            <a:spLocks noGrp="1"/>
          </p:cNvSpPr>
          <p:nvPr>
            <p:ph type="body"/>
          </p:nvPr>
        </p:nvSpPr>
        <p:spPr>
          <a:xfrm>
            <a:off x="6231960" y="1604520"/>
            <a:ext cx="5354280" cy="397728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129" name="PlaceHolder 4">
            <a:extLst>
              <a:ext uri="{FF2B5EF4-FFF2-40B4-BE49-F238E27FC236}">
                <a16:creationId xmlns:a16="http://schemas.microsoft.com/office/drawing/2014/main" id="{C5EAA700-BA0E-43AD-9853-41B9294D602D}"/>
              </a:ext>
            </a:extLst>
          </p:cNvPr>
          <p:cNvSpPr>
            <a:spLocks noGrp="1"/>
          </p:cNvSpPr>
          <p:nvPr>
            <p:ph type="body"/>
          </p:nvPr>
        </p:nvSpPr>
        <p:spPr>
          <a:xfrm>
            <a:off x="609480" y="368208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Title Content and 2 Content">
    <p:spTree>
      <p:nvGrpSpPr>
        <p:cNvPr id="1" name=""/>
        <p:cNvGrpSpPr/>
        <p:nvPr/>
      </p:nvGrpSpPr>
      <p:grpSpPr>
        <a:xfrm>
          <a:off x="0" y="0"/>
          <a:ext cx="0" cy="0"/>
          <a:chOff x="0" y="0"/>
          <a:chExt cx="0" cy="0"/>
        </a:xfrm>
      </p:grpSpPr>
      <p:sp>
        <p:nvSpPr>
          <p:cNvPr id="130" name="PlaceHolder 1">
            <a:extLst>
              <a:ext uri="{FF2B5EF4-FFF2-40B4-BE49-F238E27FC236}">
                <a16:creationId xmlns:a16="http://schemas.microsoft.com/office/drawing/2014/main" id="{A01D9B28-3FC4-4FF3-A69A-D37849276606}"/>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131" name="PlaceHolder 2">
            <a:extLst>
              <a:ext uri="{FF2B5EF4-FFF2-40B4-BE49-F238E27FC236}">
                <a16:creationId xmlns:a16="http://schemas.microsoft.com/office/drawing/2014/main" id="{EEBBE78C-C3B0-45F7-8C64-98F7062B5254}"/>
              </a:ext>
            </a:extLst>
          </p:cNvPr>
          <p:cNvSpPr>
            <a:spLocks noGrp="1"/>
          </p:cNvSpPr>
          <p:nvPr>
            <p:ph type="body"/>
          </p:nvPr>
        </p:nvSpPr>
        <p:spPr>
          <a:xfrm>
            <a:off x="609480" y="1604520"/>
            <a:ext cx="5354280" cy="397728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132" name="PlaceHolder 3">
            <a:extLst>
              <a:ext uri="{FF2B5EF4-FFF2-40B4-BE49-F238E27FC236}">
                <a16:creationId xmlns:a16="http://schemas.microsoft.com/office/drawing/2014/main" id="{5F363A97-E4B6-4A1E-A899-31042E07AE13}"/>
              </a:ext>
            </a:extLst>
          </p:cNvPr>
          <p:cNvSpPr>
            <a:spLocks noGrp="1"/>
          </p:cNvSpPr>
          <p:nvPr>
            <p:ph type="body"/>
          </p:nvPr>
        </p:nvSpPr>
        <p:spPr>
          <a:xfrm>
            <a:off x="6231960" y="160452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133" name="PlaceHolder 4">
            <a:extLst>
              <a:ext uri="{FF2B5EF4-FFF2-40B4-BE49-F238E27FC236}">
                <a16:creationId xmlns:a16="http://schemas.microsoft.com/office/drawing/2014/main" id="{6177CF6C-FF4C-4B5C-B70A-F3F010D6EF75}"/>
              </a:ext>
            </a:extLst>
          </p:cNvPr>
          <p:cNvSpPr>
            <a:spLocks noGrp="1"/>
          </p:cNvSpPr>
          <p:nvPr>
            <p:ph type="body"/>
          </p:nvPr>
        </p:nvSpPr>
        <p:spPr>
          <a:xfrm>
            <a:off x="6231960" y="368208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Title, 2 Content over Content">
    <p:spTree>
      <p:nvGrpSpPr>
        <p:cNvPr id="1" name=""/>
        <p:cNvGrpSpPr/>
        <p:nvPr/>
      </p:nvGrpSpPr>
      <p:grpSpPr>
        <a:xfrm>
          <a:off x="0" y="0"/>
          <a:ext cx="0" cy="0"/>
          <a:chOff x="0" y="0"/>
          <a:chExt cx="0" cy="0"/>
        </a:xfrm>
      </p:grpSpPr>
      <p:sp>
        <p:nvSpPr>
          <p:cNvPr id="134" name="PlaceHolder 1">
            <a:extLst>
              <a:ext uri="{FF2B5EF4-FFF2-40B4-BE49-F238E27FC236}">
                <a16:creationId xmlns:a16="http://schemas.microsoft.com/office/drawing/2014/main" id="{7D4C30AC-3B13-426E-A33A-96F99AC3B8CD}"/>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135" name="PlaceHolder 2">
            <a:extLst>
              <a:ext uri="{FF2B5EF4-FFF2-40B4-BE49-F238E27FC236}">
                <a16:creationId xmlns:a16="http://schemas.microsoft.com/office/drawing/2014/main" id="{632B7235-6728-4A95-AF9A-3EC021BD09E2}"/>
              </a:ext>
            </a:extLst>
          </p:cNvPr>
          <p:cNvSpPr>
            <a:spLocks noGrp="1"/>
          </p:cNvSpPr>
          <p:nvPr>
            <p:ph type="body"/>
          </p:nvPr>
        </p:nvSpPr>
        <p:spPr>
          <a:xfrm>
            <a:off x="609480" y="160452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136" name="PlaceHolder 3">
            <a:extLst>
              <a:ext uri="{FF2B5EF4-FFF2-40B4-BE49-F238E27FC236}">
                <a16:creationId xmlns:a16="http://schemas.microsoft.com/office/drawing/2014/main" id="{ECE1F142-FBF0-44FC-A63A-13268984963C}"/>
              </a:ext>
            </a:extLst>
          </p:cNvPr>
          <p:cNvSpPr>
            <a:spLocks noGrp="1"/>
          </p:cNvSpPr>
          <p:nvPr>
            <p:ph type="body"/>
          </p:nvPr>
        </p:nvSpPr>
        <p:spPr>
          <a:xfrm>
            <a:off x="6231960" y="160452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137" name="PlaceHolder 4">
            <a:extLst>
              <a:ext uri="{FF2B5EF4-FFF2-40B4-BE49-F238E27FC236}">
                <a16:creationId xmlns:a16="http://schemas.microsoft.com/office/drawing/2014/main" id="{282DF918-CA60-408B-B6CE-D31DC83F5820}"/>
              </a:ext>
            </a:extLst>
          </p:cNvPr>
          <p:cNvSpPr>
            <a:spLocks noGrp="1"/>
          </p:cNvSpPr>
          <p:nvPr>
            <p:ph type="body"/>
          </p:nvPr>
        </p:nvSpPr>
        <p:spPr>
          <a:xfrm>
            <a:off x="609480" y="3682080"/>
            <a:ext cx="109724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Title, Content over Content">
    <p:spTree>
      <p:nvGrpSpPr>
        <p:cNvPr id="1" name=""/>
        <p:cNvGrpSpPr/>
        <p:nvPr/>
      </p:nvGrpSpPr>
      <p:grpSpPr>
        <a:xfrm>
          <a:off x="0" y="0"/>
          <a:ext cx="0" cy="0"/>
          <a:chOff x="0" y="0"/>
          <a:chExt cx="0" cy="0"/>
        </a:xfrm>
      </p:grpSpPr>
      <p:sp>
        <p:nvSpPr>
          <p:cNvPr id="138" name="PlaceHolder 1">
            <a:extLst>
              <a:ext uri="{FF2B5EF4-FFF2-40B4-BE49-F238E27FC236}">
                <a16:creationId xmlns:a16="http://schemas.microsoft.com/office/drawing/2014/main" id="{540817C9-5C20-49E7-BC97-4A6F2BD4CC35}"/>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139" name="PlaceHolder 2">
            <a:extLst>
              <a:ext uri="{FF2B5EF4-FFF2-40B4-BE49-F238E27FC236}">
                <a16:creationId xmlns:a16="http://schemas.microsoft.com/office/drawing/2014/main" id="{C9E7E96E-903C-4232-BAFB-33AD1A58EE0A}"/>
              </a:ext>
            </a:extLst>
          </p:cNvPr>
          <p:cNvSpPr>
            <a:spLocks noGrp="1"/>
          </p:cNvSpPr>
          <p:nvPr>
            <p:ph type="body"/>
          </p:nvPr>
        </p:nvSpPr>
        <p:spPr>
          <a:xfrm>
            <a:off x="609480" y="1604520"/>
            <a:ext cx="109724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140" name="PlaceHolder 3">
            <a:extLst>
              <a:ext uri="{FF2B5EF4-FFF2-40B4-BE49-F238E27FC236}">
                <a16:creationId xmlns:a16="http://schemas.microsoft.com/office/drawing/2014/main" id="{2A3BEE4B-B300-4851-A40B-CBED1BE69F97}"/>
              </a:ext>
            </a:extLst>
          </p:cNvPr>
          <p:cNvSpPr>
            <a:spLocks noGrp="1"/>
          </p:cNvSpPr>
          <p:nvPr>
            <p:ph type="body"/>
          </p:nvPr>
        </p:nvSpPr>
        <p:spPr>
          <a:xfrm>
            <a:off x="609480" y="3682080"/>
            <a:ext cx="109724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Title, 4 Content">
    <p:spTree>
      <p:nvGrpSpPr>
        <p:cNvPr id="1" name=""/>
        <p:cNvGrpSpPr/>
        <p:nvPr/>
      </p:nvGrpSpPr>
      <p:grpSpPr>
        <a:xfrm>
          <a:off x="0" y="0"/>
          <a:ext cx="0" cy="0"/>
          <a:chOff x="0" y="0"/>
          <a:chExt cx="0" cy="0"/>
        </a:xfrm>
      </p:grpSpPr>
      <p:sp>
        <p:nvSpPr>
          <p:cNvPr id="141" name="PlaceHolder 1">
            <a:extLst>
              <a:ext uri="{FF2B5EF4-FFF2-40B4-BE49-F238E27FC236}">
                <a16:creationId xmlns:a16="http://schemas.microsoft.com/office/drawing/2014/main" id="{6E9929D7-DF56-463E-838A-02C4DED0AE61}"/>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142" name="PlaceHolder 2">
            <a:extLst>
              <a:ext uri="{FF2B5EF4-FFF2-40B4-BE49-F238E27FC236}">
                <a16:creationId xmlns:a16="http://schemas.microsoft.com/office/drawing/2014/main" id="{B5B7EE8E-2C16-415C-826F-265E3FC4ECE7}"/>
              </a:ext>
            </a:extLst>
          </p:cNvPr>
          <p:cNvSpPr>
            <a:spLocks noGrp="1"/>
          </p:cNvSpPr>
          <p:nvPr>
            <p:ph type="body"/>
          </p:nvPr>
        </p:nvSpPr>
        <p:spPr>
          <a:xfrm>
            <a:off x="609480" y="160452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143" name="PlaceHolder 3">
            <a:extLst>
              <a:ext uri="{FF2B5EF4-FFF2-40B4-BE49-F238E27FC236}">
                <a16:creationId xmlns:a16="http://schemas.microsoft.com/office/drawing/2014/main" id="{411F5477-0EB2-4D26-8888-69D16B98D333}"/>
              </a:ext>
            </a:extLst>
          </p:cNvPr>
          <p:cNvSpPr>
            <a:spLocks noGrp="1"/>
          </p:cNvSpPr>
          <p:nvPr>
            <p:ph type="body"/>
          </p:nvPr>
        </p:nvSpPr>
        <p:spPr>
          <a:xfrm>
            <a:off x="6231960" y="160452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144" name="PlaceHolder 4">
            <a:extLst>
              <a:ext uri="{FF2B5EF4-FFF2-40B4-BE49-F238E27FC236}">
                <a16:creationId xmlns:a16="http://schemas.microsoft.com/office/drawing/2014/main" id="{0411E72B-0142-418C-BB8F-E0EF9C18950A}"/>
              </a:ext>
            </a:extLst>
          </p:cNvPr>
          <p:cNvSpPr>
            <a:spLocks noGrp="1"/>
          </p:cNvSpPr>
          <p:nvPr>
            <p:ph type="body"/>
          </p:nvPr>
        </p:nvSpPr>
        <p:spPr>
          <a:xfrm>
            <a:off x="609480" y="368208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145" name="PlaceHolder 5">
            <a:extLst>
              <a:ext uri="{FF2B5EF4-FFF2-40B4-BE49-F238E27FC236}">
                <a16:creationId xmlns:a16="http://schemas.microsoft.com/office/drawing/2014/main" id="{F4274417-4BFA-44F5-B477-3968944911DD}"/>
              </a:ext>
            </a:extLst>
          </p:cNvPr>
          <p:cNvSpPr>
            <a:spLocks noGrp="1"/>
          </p:cNvSpPr>
          <p:nvPr>
            <p:ph type="body"/>
          </p:nvPr>
        </p:nvSpPr>
        <p:spPr>
          <a:xfrm>
            <a:off x="6231960" y="368208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146" name="PlaceHolder 1">
            <a:extLst>
              <a:ext uri="{FF2B5EF4-FFF2-40B4-BE49-F238E27FC236}">
                <a16:creationId xmlns:a16="http://schemas.microsoft.com/office/drawing/2014/main" id="{0B9FD4B2-F076-4021-B107-8080A8C8E7ED}"/>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147" name="PlaceHolder 2">
            <a:extLst>
              <a:ext uri="{FF2B5EF4-FFF2-40B4-BE49-F238E27FC236}">
                <a16:creationId xmlns:a16="http://schemas.microsoft.com/office/drawing/2014/main" id="{BF1287B4-1EE5-4C96-895D-3C6425E85D2D}"/>
              </a:ext>
            </a:extLst>
          </p:cNvPr>
          <p:cNvSpPr>
            <a:spLocks noGrp="1"/>
          </p:cNvSpPr>
          <p:nvPr>
            <p:ph type="body"/>
          </p:nvPr>
        </p:nvSpPr>
        <p:spPr>
          <a:xfrm>
            <a:off x="609480" y="1604520"/>
            <a:ext cx="35330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148" name="PlaceHolder 3">
            <a:extLst>
              <a:ext uri="{FF2B5EF4-FFF2-40B4-BE49-F238E27FC236}">
                <a16:creationId xmlns:a16="http://schemas.microsoft.com/office/drawing/2014/main" id="{9D1DE7FC-8589-4053-B107-298F3C473871}"/>
              </a:ext>
            </a:extLst>
          </p:cNvPr>
          <p:cNvSpPr>
            <a:spLocks noGrp="1"/>
          </p:cNvSpPr>
          <p:nvPr>
            <p:ph type="body"/>
          </p:nvPr>
        </p:nvSpPr>
        <p:spPr>
          <a:xfrm>
            <a:off x="4319640" y="1604520"/>
            <a:ext cx="35330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149" name="PlaceHolder 4">
            <a:extLst>
              <a:ext uri="{FF2B5EF4-FFF2-40B4-BE49-F238E27FC236}">
                <a16:creationId xmlns:a16="http://schemas.microsoft.com/office/drawing/2014/main" id="{C426F9B6-2259-4125-BBA4-576A5C000BC2}"/>
              </a:ext>
            </a:extLst>
          </p:cNvPr>
          <p:cNvSpPr>
            <a:spLocks noGrp="1"/>
          </p:cNvSpPr>
          <p:nvPr>
            <p:ph type="body"/>
          </p:nvPr>
        </p:nvSpPr>
        <p:spPr>
          <a:xfrm>
            <a:off x="8029800" y="1604520"/>
            <a:ext cx="35330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150" name="PlaceHolder 5">
            <a:extLst>
              <a:ext uri="{FF2B5EF4-FFF2-40B4-BE49-F238E27FC236}">
                <a16:creationId xmlns:a16="http://schemas.microsoft.com/office/drawing/2014/main" id="{0EFE588A-2F70-4982-A625-92881B293E99}"/>
              </a:ext>
            </a:extLst>
          </p:cNvPr>
          <p:cNvSpPr>
            <a:spLocks noGrp="1"/>
          </p:cNvSpPr>
          <p:nvPr>
            <p:ph type="body"/>
          </p:nvPr>
        </p:nvSpPr>
        <p:spPr>
          <a:xfrm>
            <a:off x="609480" y="3682080"/>
            <a:ext cx="35330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151" name="PlaceHolder 6">
            <a:extLst>
              <a:ext uri="{FF2B5EF4-FFF2-40B4-BE49-F238E27FC236}">
                <a16:creationId xmlns:a16="http://schemas.microsoft.com/office/drawing/2014/main" id="{539763B9-6720-4224-B005-E9362D695ED2}"/>
              </a:ext>
            </a:extLst>
          </p:cNvPr>
          <p:cNvSpPr>
            <a:spLocks noGrp="1"/>
          </p:cNvSpPr>
          <p:nvPr>
            <p:ph type="body"/>
          </p:nvPr>
        </p:nvSpPr>
        <p:spPr>
          <a:xfrm>
            <a:off x="4319640" y="3682080"/>
            <a:ext cx="35330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152" name="PlaceHolder 7">
            <a:extLst>
              <a:ext uri="{FF2B5EF4-FFF2-40B4-BE49-F238E27FC236}">
                <a16:creationId xmlns:a16="http://schemas.microsoft.com/office/drawing/2014/main" id="{BD78B964-D535-40B7-86B2-FFE4CDA0196C}"/>
              </a:ext>
            </a:extLst>
          </p:cNvPr>
          <p:cNvSpPr>
            <a:spLocks noGrp="1"/>
          </p:cNvSpPr>
          <p:nvPr>
            <p:ph type="body"/>
          </p:nvPr>
        </p:nvSpPr>
        <p:spPr>
          <a:xfrm>
            <a:off x="8029800" y="3682080"/>
            <a:ext cx="35330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155" name="PlaceHolder 1">
            <a:extLst>
              <a:ext uri="{FF2B5EF4-FFF2-40B4-BE49-F238E27FC236}">
                <a16:creationId xmlns:a16="http://schemas.microsoft.com/office/drawing/2014/main" id="{F7ABAA29-C61F-4DD0-BB35-2F04C5F5DDD2}"/>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156" name="PlaceHolder 2">
            <a:extLst>
              <a:ext uri="{FF2B5EF4-FFF2-40B4-BE49-F238E27FC236}">
                <a16:creationId xmlns:a16="http://schemas.microsoft.com/office/drawing/2014/main" id="{068D6E4C-6559-4CA0-B758-10AA58E686BD}"/>
              </a:ext>
            </a:extLst>
          </p:cNvPr>
          <p:cNvSpPr>
            <a:spLocks noGrp="1"/>
          </p:cNvSpPr>
          <p:nvPr>
            <p:ph type="subTitle"/>
          </p:nvPr>
        </p:nvSpPr>
        <p:spPr>
          <a:xfrm>
            <a:off x="609480" y="1604520"/>
            <a:ext cx="10972440" cy="3977280"/>
          </a:xfrm>
          <a:prstGeom prst="rect">
            <a:avLst/>
          </a:prstGeom>
        </p:spPr>
        <p:txBody>
          <a:bodyPr lIns="0" tIns="0" rIns="0" bIns="0" anchor="ctr">
            <a:noAutofit/>
          </a:bodyPr>
          <a:lstStyle/>
          <a:p>
            <a:pPr algn="ctr">
              <a:buNone/>
            </a:pPr>
            <a:endParaRPr sz="3200" b="0" strike="noStrike" spc="-1">
              <a:latin typeface="Arial"/>
              <a:ea typeface="Arial"/>
              <a:cs typeface="Arial"/>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157" name="PlaceHolder 1">
            <a:extLst>
              <a:ext uri="{FF2B5EF4-FFF2-40B4-BE49-F238E27FC236}">
                <a16:creationId xmlns:a16="http://schemas.microsoft.com/office/drawing/2014/main" id="{890FAB61-4FCB-4D86-A479-125B78DF2D12}"/>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158" name="PlaceHolder 2">
            <a:extLst>
              <a:ext uri="{FF2B5EF4-FFF2-40B4-BE49-F238E27FC236}">
                <a16:creationId xmlns:a16="http://schemas.microsoft.com/office/drawing/2014/main" id="{9DA84652-0C36-4F01-98C8-FB39F66FFFEE}"/>
              </a:ext>
            </a:extLst>
          </p:cNvPr>
          <p:cNvSpPr>
            <a:spLocks noGrp="1"/>
          </p:cNvSpPr>
          <p:nvPr>
            <p:ph type="body"/>
          </p:nvPr>
        </p:nvSpPr>
        <p:spPr>
          <a:xfrm>
            <a:off x="609480" y="1604520"/>
            <a:ext cx="10972440" cy="397728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159" name="PlaceHolder 1">
            <a:extLst>
              <a:ext uri="{FF2B5EF4-FFF2-40B4-BE49-F238E27FC236}">
                <a16:creationId xmlns:a16="http://schemas.microsoft.com/office/drawing/2014/main" id="{83B1FD53-6E79-4725-AF2A-C7EFED87FC63}"/>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160" name="PlaceHolder 2">
            <a:extLst>
              <a:ext uri="{FF2B5EF4-FFF2-40B4-BE49-F238E27FC236}">
                <a16:creationId xmlns:a16="http://schemas.microsoft.com/office/drawing/2014/main" id="{8405CB57-6A8D-4C32-8031-1518540282BE}"/>
              </a:ext>
            </a:extLst>
          </p:cNvPr>
          <p:cNvSpPr>
            <a:spLocks noGrp="1"/>
          </p:cNvSpPr>
          <p:nvPr>
            <p:ph type="body"/>
          </p:nvPr>
        </p:nvSpPr>
        <p:spPr>
          <a:xfrm>
            <a:off x="609480" y="1604520"/>
            <a:ext cx="5354280" cy="397728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161" name="PlaceHolder 3">
            <a:extLst>
              <a:ext uri="{FF2B5EF4-FFF2-40B4-BE49-F238E27FC236}">
                <a16:creationId xmlns:a16="http://schemas.microsoft.com/office/drawing/2014/main" id="{6ED0BF8E-7743-4EC3-ACBD-46DE89C9713D}"/>
              </a:ext>
            </a:extLst>
          </p:cNvPr>
          <p:cNvSpPr>
            <a:spLocks noGrp="1"/>
          </p:cNvSpPr>
          <p:nvPr>
            <p:ph type="body"/>
          </p:nvPr>
        </p:nvSpPr>
        <p:spPr>
          <a:xfrm>
            <a:off x="6231960" y="1604520"/>
            <a:ext cx="5354280" cy="397728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62" name="PlaceHolder 1">
            <a:extLst>
              <a:ext uri="{FF2B5EF4-FFF2-40B4-BE49-F238E27FC236}">
                <a16:creationId xmlns:a16="http://schemas.microsoft.com/office/drawing/2014/main" id="{9BEA926A-F1FC-4771-A790-353C0689E17B}"/>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Centered Text">
    <p:spTree>
      <p:nvGrpSpPr>
        <p:cNvPr id="1" name=""/>
        <p:cNvGrpSpPr/>
        <p:nvPr/>
      </p:nvGrpSpPr>
      <p:grpSpPr>
        <a:xfrm>
          <a:off x="0" y="0"/>
          <a:ext cx="0" cy="0"/>
          <a:chOff x="0" y="0"/>
          <a:chExt cx="0" cy="0"/>
        </a:xfrm>
      </p:grpSpPr>
      <p:sp>
        <p:nvSpPr>
          <p:cNvPr id="163" name="PlaceHolder 1">
            <a:extLst>
              <a:ext uri="{FF2B5EF4-FFF2-40B4-BE49-F238E27FC236}">
                <a16:creationId xmlns:a16="http://schemas.microsoft.com/office/drawing/2014/main" id="{33EC7CB8-DE6A-4C0A-92B8-609246B9A227}"/>
              </a:ext>
            </a:extLst>
          </p:cNvPr>
          <p:cNvSpPr>
            <a:spLocks noGrp="1"/>
          </p:cNvSpPr>
          <p:nvPr>
            <p:ph type="subTitle"/>
          </p:nvPr>
        </p:nvSpPr>
        <p:spPr>
          <a:xfrm>
            <a:off x="609480" y="273600"/>
            <a:ext cx="10972440" cy="5307840"/>
          </a:xfrm>
          <a:prstGeom prst="rect">
            <a:avLst/>
          </a:prstGeom>
        </p:spPr>
        <p:txBody>
          <a:bodyPr lIns="0" tIns="0" rIns="0" bIns="0" anchor="ctr">
            <a:noAutofit/>
          </a:bodyPr>
          <a:lstStyle/>
          <a:p>
            <a:pPr algn="ctr">
              <a:buNone/>
            </a:pPr>
            <a:endParaRPr sz="3200" b="0" strike="noStrike" spc="-1">
              <a:latin typeface="Arial"/>
              <a:ea typeface="Arial"/>
              <a:cs typeface="Arial"/>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Title, 2 Content and Content">
    <p:spTree>
      <p:nvGrpSpPr>
        <p:cNvPr id="1" name=""/>
        <p:cNvGrpSpPr/>
        <p:nvPr/>
      </p:nvGrpSpPr>
      <p:grpSpPr>
        <a:xfrm>
          <a:off x="0" y="0"/>
          <a:ext cx="0" cy="0"/>
          <a:chOff x="0" y="0"/>
          <a:chExt cx="0" cy="0"/>
        </a:xfrm>
      </p:grpSpPr>
      <p:sp>
        <p:nvSpPr>
          <p:cNvPr id="164" name="PlaceHolder 1">
            <a:extLst>
              <a:ext uri="{FF2B5EF4-FFF2-40B4-BE49-F238E27FC236}">
                <a16:creationId xmlns:a16="http://schemas.microsoft.com/office/drawing/2014/main" id="{18565A48-0520-4CB7-8236-E4588587232E}"/>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165" name="PlaceHolder 2">
            <a:extLst>
              <a:ext uri="{FF2B5EF4-FFF2-40B4-BE49-F238E27FC236}">
                <a16:creationId xmlns:a16="http://schemas.microsoft.com/office/drawing/2014/main" id="{5B17A7AF-5224-46E4-A0EF-B5EFE245B2E8}"/>
              </a:ext>
            </a:extLst>
          </p:cNvPr>
          <p:cNvSpPr>
            <a:spLocks noGrp="1"/>
          </p:cNvSpPr>
          <p:nvPr>
            <p:ph type="body"/>
          </p:nvPr>
        </p:nvSpPr>
        <p:spPr>
          <a:xfrm>
            <a:off x="609480" y="160452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166" name="PlaceHolder 3">
            <a:extLst>
              <a:ext uri="{FF2B5EF4-FFF2-40B4-BE49-F238E27FC236}">
                <a16:creationId xmlns:a16="http://schemas.microsoft.com/office/drawing/2014/main" id="{C428037B-6C10-4297-93F2-65FA107488A5}"/>
              </a:ext>
            </a:extLst>
          </p:cNvPr>
          <p:cNvSpPr>
            <a:spLocks noGrp="1"/>
          </p:cNvSpPr>
          <p:nvPr>
            <p:ph type="body"/>
          </p:nvPr>
        </p:nvSpPr>
        <p:spPr>
          <a:xfrm>
            <a:off x="6231960" y="1604520"/>
            <a:ext cx="5354280" cy="397728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167" name="PlaceHolder 4">
            <a:extLst>
              <a:ext uri="{FF2B5EF4-FFF2-40B4-BE49-F238E27FC236}">
                <a16:creationId xmlns:a16="http://schemas.microsoft.com/office/drawing/2014/main" id="{2207A104-A7D6-404A-BEB5-E173241E8BCB}"/>
              </a:ext>
            </a:extLst>
          </p:cNvPr>
          <p:cNvSpPr>
            <a:spLocks noGrp="1"/>
          </p:cNvSpPr>
          <p:nvPr>
            <p:ph type="body"/>
          </p:nvPr>
        </p:nvSpPr>
        <p:spPr>
          <a:xfrm>
            <a:off x="609480" y="368208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Title Content and 2 Content">
    <p:spTree>
      <p:nvGrpSpPr>
        <p:cNvPr id="1" name=""/>
        <p:cNvGrpSpPr/>
        <p:nvPr/>
      </p:nvGrpSpPr>
      <p:grpSpPr>
        <a:xfrm>
          <a:off x="0" y="0"/>
          <a:ext cx="0" cy="0"/>
          <a:chOff x="0" y="0"/>
          <a:chExt cx="0" cy="0"/>
        </a:xfrm>
      </p:grpSpPr>
      <p:sp>
        <p:nvSpPr>
          <p:cNvPr id="168" name="PlaceHolder 1">
            <a:extLst>
              <a:ext uri="{FF2B5EF4-FFF2-40B4-BE49-F238E27FC236}">
                <a16:creationId xmlns:a16="http://schemas.microsoft.com/office/drawing/2014/main" id="{B1CB51F1-2B45-4BB2-A1FA-021EA23E0D5D}"/>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169" name="PlaceHolder 2">
            <a:extLst>
              <a:ext uri="{FF2B5EF4-FFF2-40B4-BE49-F238E27FC236}">
                <a16:creationId xmlns:a16="http://schemas.microsoft.com/office/drawing/2014/main" id="{CEA966DB-9615-4CA4-BE4A-A6915513BB56}"/>
              </a:ext>
            </a:extLst>
          </p:cNvPr>
          <p:cNvSpPr>
            <a:spLocks noGrp="1"/>
          </p:cNvSpPr>
          <p:nvPr>
            <p:ph type="body"/>
          </p:nvPr>
        </p:nvSpPr>
        <p:spPr>
          <a:xfrm>
            <a:off x="609480" y="1604520"/>
            <a:ext cx="5354280" cy="397728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170" name="PlaceHolder 3">
            <a:extLst>
              <a:ext uri="{FF2B5EF4-FFF2-40B4-BE49-F238E27FC236}">
                <a16:creationId xmlns:a16="http://schemas.microsoft.com/office/drawing/2014/main" id="{3B775B40-D4A0-4542-8919-3DF6AA1EE161}"/>
              </a:ext>
            </a:extLst>
          </p:cNvPr>
          <p:cNvSpPr>
            <a:spLocks noGrp="1"/>
          </p:cNvSpPr>
          <p:nvPr>
            <p:ph type="body"/>
          </p:nvPr>
        </p:nvSpPr>
        <p:spPr>
          <a:xfrm>
            <a:off x="6231960" y="160452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171" name="PlaceHolder 4">
            <a:extLst>
              <a:ext uri="{FF2B5EF4-FFF2-40B4-BE49-F238E27FC236}">
                <a16:creationId xmlns:a16="http://schemas.microsoft.com/office/drawing/2014/main" id="{72F4204A-3169-4B11-8BCE-BED396A3A8CB}"/>
              </a:ext>
            </a:extLst>
          </p:cNvPr>
          <p:cNvSpPr>
            <a:spLocks noGrp="1"/>
          </p:cNvSpPr>
          <p:nvPr>
            <p:ph type="body"/>
          </p:nvPr>
        </p:nvSpPr>
        <p:spPr>
          <a:xfrm>
            <a:off x="6231960" y="368208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Title, 2 Content over Content">
    <p:spTree>
      <p:nvGrpSpPr>
        <p:cNvPr id="1" name=""/>
        <p:cNvGrpSpPr/>
        <p:nvPr/>
      </p:nvGrpSpPr>
      <p:grpSpPr>
        <a:xfrm>
          <a:off x="0" y="0"/>
          <a:ext cx="0" cy="0"/>
          <a:chOff x="0" y="0"/>
          <a:chExt cx="0" cy="0"/>
        </a:xfrm>
      </p:grpSpPr>
      <p:sp>
        <p:nvSpPr>
          <p:cNvPr id="172" name="PlaceHolder 1">
            <a:extLst>
              <a:ext uri="{FF2B5EF4-FFF2-40B4-BE49-F238E27FC236}">
                <a16:creationId xmlns:a16="http://schemas.microsoft.com/office/drawing/2014/main" id="{2B21A6C5-D02E-4A90-B643-D84E76691DF7}"/>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173" name="PlaceHolder 2">
            <a:extLst>
              <a:ext uri="{FF2B5EF4-FFF2-40B4-BE49-F238E27FC236}">
                <a16:creationId xmlns:a16="http://schemas.microsoft.com/office/drawing/2014/main" id="{6F88EC52-F3F3-45ED-83BB-902E84177231}"/>
              </a:ext>
            </a:extLst>
          </p:cNvPr>
          <p:cNvSpPr>
            <a:spLocks noGrp="1"/>
          </p:cNvSpPr>
          <p:nvPr>
            <p:ph type="body"/>
          </p:nvPr>
        </p:nvSpPr>
        <p:spPr>
          <a:xfrm>
            <a:off x="609480" y="160452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174" name="PlaceHolder 3">
            <a:extLst>
              <a:ext uri="{FF2B5EF4-FFF2-40B4-BE49-F238E27FC236}">
                <a16:creationId xmlns:a16="http://schemas.microsoft.com/office/drawing/2014/main" id="{CC26623D-CF4E-4CA3-80BE-9D41BFCA10E4}"/>
              </a:ext>
            </a:extLst>
          </p:cNvPr>
          <p:cNvSpPr>
            <a:spLocks noGrp="1"/>
          </p:cNvSpPr>
          <p:nvPr>
            <p:ph type="body"/>
          </p:nvPr>
        </p:nvSpPr>
        <p:spPr>
          <a:xfrm>
            <a:off x="6231960" y="160452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175" name="PlaceHolder 4">
            <a:extLst>
              <a:ext uri="{FF2B5EF4-FFF2-40B4-BE49-F238E27FC236}">
                <a16:creationId xmlns:a16="http://schemas.microsoft.com/office/drawing/2014/main" id="{9E81041E-84F4-4729-8DAB-3C3CE1D8F784}"/>
              </a:ext>
            </a:extLst>
          </p:cNvPr>
          <p:cNvSpPr>
            <a:spLocks noGrp="1"/>
          </p:cNvSpPr>
          <p:nvPr>
            <p:ph type="body"/>
          </p:nvPr>
        </p:nvSpPr>
        <p:spPr>
          <a:xfrm>
            <a:off x="609480" y="3682080"/>
            <a:ext cx="109724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Title, Content over Content">
    <p:spTree>
      <p:nvGrpSpPr>
        <p:cNvPr id="1" name=""/>
        <p:cNvGrpSpPr/>
        <p:nvPr/>
      </p:nvGrpSpPr>
      <p:grpSpPr>
        <a:xfrm>
          <a:off x="0" y="0"/>
          <a:ext cx="0" cy="0"/>
          <a:chOff x="0" y="0"/>
          <a:chExt cx="0" cy="0"/>
        </a:xfrm>
      </p:grpSpPr>
      <p:sp>
        <p:nvSpPr>
          <p:cNvPr id="176" name="PlaceHolder 1">
            <a:extLst>
              <a:ext uri="{FF2B5EF4-FFF2-40B4-BE49-F238E27FC236}">
                <a16:creationId xmlns:a16="http://schemas.microsoft.com/office/drawing/2014/main" id="{157B0039-EDDB-4BF8-B806-C99EE7289645}"/>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177" name="PlaceHolder 2">
            <a:extLst>
              <a:ext uri="{FF2B5EF4-FFF2-40B4-BE49-F238E27FC236}">
                <a16:creationId xmlns:a16="http://schemas.microsoft.com/office/drawing/2014/main" id="{54F371C4-2B95-4DC3-8B45-D90C9376B246}"/>
              </a:ext>
            </a:extLst>
          </p:cNvPr>
          <p:cNvSpPr>
            <a:spLocks noGrp="1"/>
          </p:cNvSpPr>
          <p:nvPr>
            <p:ph type="body"/>
          </p:nvPr>
        </p:nvSpPr>
        <p:spPr>
          <a:xfrm>
            <a:off x="609480" y="1604520"/>
            <a:ext cx="109724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178" name="PlaceHolder 3">
            <a:extLst>
              <a:ext uri="{FF2B5EF4-FFF2-40B4-BE49-F238E27FC236}">
                <a16:creationId xmlns:a16="http://schemas.microsoft.com/office/drawing/2014/main" id="{60531023-92EE-42F7-BD44-6CE2467BC616}"/>
              </a:ext>
            </a:extLst>
          </p:cNvPr>
          <p:cNvSpPr>
            <a:spLocks noGrp="1"/>
          </p:cNvSpPr>
          <p:nvPr>
            <p:ph type="body"/>
          </p:nvPr>
        </p:nvSpPr>
        <p:spPr>
          <a:xfrm>
            <a:off x="609480" y="3682080"/>
            <a:ext cx="109724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p:cSld name="Title, 4 Content">
    <p:spTree>
      <p:nvGrpSpPr>
        <p:cNvPr id="1" name=""/>
        <p:cNvGrpSpPr/>
        <p:nvPr/>
      </p:nvGrpSpPr>
      <p:grpSpPr>
        <a:xfrm>
          <a:off x="0" y="0"/>
          <a:ext cx="0" cy="0"/>
          <a:chOff x="0" y="0"/>
          <a:chExt cx="0" cy="0"/>
        </a:xfrm>
      </p:grpSpPr>
      <p:sp>
        <p:nvSpPr>
          <p:cNvPr id="179" name="PlaceHolder 1">
            <a:extLst>
              <a:ext uri="{FF2B5EF4-FFF2-40B4-BE49-F238E27FC236}">
                <a16:creationId xmlns:a16="http://schemas.microsoft.com/office/drawing/2014/main" id="{4C840580-38E6-447A-8E5F-F37FEBC0F67F}"/>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180" name="PlaceHolder 2">
            <a:extLst>
              <a:ext uri="{FF2B5EF4-FFF2-40B4-BE49-F238E27FC236}">
                <a16:creationId xmlns:a16="http://schemas.microsoft.com/office/drawing/2014/main" id="{BBDF9BE8-C02A-45D6-8025-7EC133B8DAC9}"/>
              </a:ext>
            </a:extLst>
          </p:cNvPr>
          <p:cNvSpPr>
            <a:spLocks noGrp="1"/>
          </p:cNvSpPr>
          <p:nvPr>
            <p:ph type="body"/>
          </p:nvPr>
        </p:nvSpPr>
        <p:spPr>
          <a:xfrm>
            <a:off x="609480" y="160452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181" name="PlaceHolder 3">
            <a:extLst>
              <a:ext uri="{FF2B5EF4-FFF2-40B4-BE49-F238E27FC236}">
                <a16:creationId xmlns:a16="http://schemas.microsoft.com/office/drawing/2014/main" id="{DDCBD312-1031-45F3-A9C9-A0E4C36D3A9C}"/>
              </a:ext>
            </a:extLst>
          </p:cNvPr>
          <p:cNvSpPr>
            <a:spLocks noGrp="1"/>
          </p:cNvSpPr>
          <p:nvPr>
            <p:ph type="body"/>
          </p:nvPr>
        </p:nvSpPr>
        <p:spPr>
          <a:xfrm>
            <a:off x="6231960" y="160452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182" name="PlaceHolder 4">
            <a:extLst>
              <a:ext uri="{FF2B5EF4-FFF2-40B4-BE49-F238E27FC236}">
                <a16:creationId xmlns:a16="http://schemas.microsoft.com/office/drawing/2014/main" id="{F43C40AD-CC33-4302-B870-C491F9CB7A68}"/>
              </a:ext>
            </a:extLst>
          </p:cNvPr>
          <p:cNvSpPr>
            <a:spLocks noGrp="1"/>
          </p:cNvSpPr>
          <p:nvPr>
            <p:ph type="body"/>
          </p:nvPr>
        </p:nvSpPr>
        <p:spPr>
          <a:xfrm>
            <a:off x="609480" y="368208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183" name="PlaceHolder 5">
            <a:extLst>
              <a:ext uri="{FF2B5EF4-FFF2-40B4-BE49-F238E27FC236}">
                <a16:creationId xmlns:a16="http://schemas.microsoft.com/office/drawing/2014/main" id="{52FB45AA-98D6-48FA-B056-B062D704DB45}"/>
              </a:ext>
            </a:extLst>
          </p:cNvPr>
          <p:cNvSpPr>
            <a:spLocks noGrp="1"/>
          </p:cNvSpPr>
          <p:nvPr>
            <p:ph type="body"/>
          </p:nvPr>
        </p:nvSpPr>
        <p:spPr>
          <a:xfrm>
            <a:off x="6231960" y="368208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184" name="PlaceHolder 1">
            <a:extLst>
              <a:ext uri="{FF2B5EF4-FFF2-40B4-BE49-F238E27FC236}">
                <a16:creationId xmlns:a16="http://schemas.microsoft.com/office/drawing/2014/main" id="{FC4F745D-ED6B-452A-AB1C-FA727B370FA6}"/>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185" name="PlaceHolder 2">
            <a:extLst>
              <a:ext uri="{FF2B5EF4-FFF2-40B4-BE49-F238E27FC236}">
                <a16:creationId xmlns:a16="http://schemas.microsoft.com/office/drawing/2014/main" id="{5E7F0B82-401E-4CF1-BEEA-34F42CA5DC85}"/>
              </a:ext>
            </a:extLst>
          </p:cNvPr>
          <p:cNvSpPr>
            <a:spLocks noGrp="1"/>
          </p:cNvSpPr>
          <p:nvPr>
            <p:ph type="body"/>
          </p:nvPr>
        </p:nvSpPr>
        <p:spPr>
          <a:xfrm>
            <a:off x="609480" y="1604520"/>
            <a:ext cx="35330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186" name="PlaceHolder 3">
            <a:extLst>
              <a:ext uri="{FF2B5EF4-FFF2-40B4-BE49-F238E27FC236}">
                <a16:creationId xmlns:a16="http://schemas.microsoft.com/office/drawing/2014/main" id="{F6B829DD-DFD6-4794-AE98-DE9358FACB0D}"/>
              </a:ext>
            </a:extLst>
          </p:cNvPr>
          <p:cNvSpPr>
            <a:spLocks noGrp="1"/>
          </p:cNvSpPr>
          <p:nvPr>
            <p:ph type="body"/>
          </p:nvPr>
        </p:nvSpPr>
        <p:spPr>
          <a:xfrm>
            <a:off x="4319640" y="1604520"/>
            <a:ext cx="35330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187" name="PlaceHolder 4">
            <a:extLst>
              <a:ext uri="{FF2B5EF4-FFF2-40B4-BE49-F238E27FC236}">
                <a16:creationId xmlns:a16="http://schemas.microsoft.com/office/drawing/2014/main" id="{1FF733BB-2AA2-43E5-B3CB-3FC96808328A}"/>
              </a:ext>
            </a:extLst>
          </p:cNvPr>
          <p:cNvSpPr>
            <a:spLocks noGrp="1"/>
          </p:cNvSpPr>
          <p:nvPr>
            <p:ph type="body"/>
          </p:nvPr>
        </p:nvSpPr>
        <p:spPr>
          <a:xfrm>
            <a:off x="8029800" y="1604520"/>
            <a:ext cx="35330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188" name="PlaceHolder 5">
            <a:extLst>
              <a:ext uri="{FF2B5EF4-FFF2-40B4-BE49-F238E27FC236}">
                <a16:creationId xmlns:a16="http://schemas.microsoft.com/office/drawing/2014/main" id="{D33667D2-4F6D-4FA2-AA53-9339A91109A2}"/>
              </a:ext>
            </a:extLst>
          </p:cNvPr>
          <p:cNvSpPr>
            <a:spLocks noGrp="1"/>
          </p:cNvSpPr>
          <p:nvPr>
            <p:ph type="body"/>
          </p:nvPr>
        </p:nvSpPr>
        <p:spPr>
          <a:xfrm>
            <a:off x="609480" y="3682080"/>
            <a:ext cx="35330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189" name="PlaceHolder 6">
            <a:extLst>
              <a:ext uri="{FF2B5EF4-FFF2-40B4-BE49-F238E27FC236}">
                <a16:creationId xmlns:a16="http://schemas.microsoft.com/office/drawing/2014/main" id="{6FFDECCE-B2BC-48D6-B39A-F16701C4B138}"/>
              </a:ext>
            </a:extLst>
          </p:cNvPr>
          <p:cNvSpPr>
            <a:spLocks noGrp="1"/>
          </p:cNvSpPr>
          <p:nvPr>
            <p:ph type="body"/>
          </p:nvPr>
        </p:nvSpPr>
        <p:spPr>
          <a:xfrm>
            <a:off x="4319640" y="3682080"/>
            <a:ext cx="35330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190" name="PlaceHolder 7">
            <a:extLst>
              <a:ext uri="{FF2B5EF4-FFF2-40B4-BE49-F238E27FC236}">
                <a16:creationId xmlns:a16="http://schemas.microsoft.com/office/drawing/2014/main" id="{F919C1DB-20E4-4486-9726-34E3ED20E224}"/>
              </a:ext>
            </a:extLst>
          </p:cNvPr>
          <p:cNvSpPr>
            <a:spLocks noGrp="1"/>
          </p:cNvSpPr>
          <p:nvPr>
            <p:ph type="body"/>
          </p:nvPr>
        </p:nvSpPr>
        <p:spPr>
          <a:xfrm>
            <a:off x="8029800" y="3682080"/>
            <a:ext cx="35330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193" name="PlaceHolder 1">
            <a:extLst>
              <a:ext uri="{FF2B5EF4-FFF2-40B4-BE49-F238E27FC236}">
                <a16:creationId xmlns:a16="http://schemas.microsoft.com/office/drawing/2014/main" id="{8B240E33-D438-4F51-9F56-47314F86B21E}"/>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194" name="PlaceHolder 2">
            <a:extLst>
              <a:ext uri="{FF2B5EF4-FFF2-40B4-BE49-F238E27FC236}">
                <a16:creationId xmlns:a16="http://schemas.microsoft.com/office/drawing/2014/main" id="{05AA68DE-F10E-467D-9219-8B39EED5468F}"/>
              </a:ext>
            </a:extLst>
          </p:cNvPr>
          <p:cNvSpPr>
            <a:spLocks noGrp="1"/>
          </p:cNvSpPr>
          <p:nvPr>
            <p:ph type="subTitle"/>
          </p:nvPr>
        </p:nvSpPr>
        <p:spPr>
          <a:xfrm>
            <a:off x="609480" y="1604520"/>
            <a:ext cx="10972440" cy="3977280"/>
          </a:xfrm>
          <a:prstGeom prst="rect">
            <a:avLst/>
          </a:prstGeom>
        </p:spPr>
        <p:txBody>
          <a:bodyPr lIns="0" tIns="0" rIns="0" bIns="0" anchor="ctr">
            <a:noAutofit/>
          </a:bodyPr>
          <a:lstStyle/>
          <a:p>
            <a:pPr algn="ctr">
              <a:buNone/>
            </a:pPr>
            <a:endParaRPr sz="3200" b="0" strike="noStrike" spc="-1">
              <a:latin typeface="Arial"/>
              <a:ea typeface="Arial"/>
              <a:cs typeface="Arial"/>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195" name="PlaceHolder 1">
            <a:extLst>
              <a:ext uri="{FF2B5EF4-FFF2-40B4-BE49-F238E27FC236}">
                <a16:creationId xmlns:a16="http://schemas.microsoft.com/office/drawing/2014/main" id="{3D324185-B736-4D59-B3B9-5EC205528007}"/>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196" name="PlaceHolder 2">
            <a:extLst>
              <a:ext uri="{FF2B5EF4-FFF2-40B4-BE49-F238E27FC236}">
                <a16:creationId xmlns:a16="http://schemas.microsoft.com/office/drawing/2014/main" id="{CB1E618A-B774-4825-A66C-C5E886CA8879}"/>
              </a:ext>
            </a:extLst>
          </p:cNvPr>
          <p:cNvSpPr>
            <a:spLocks noGrp="1"/>
          </p:cNvSpPr>
          <p:nvPr>
            <p:ph type="body"/>
          </p:nvPr>
        </p:nvSpPr>
        <p:spPr>
          <a:xfrm>
            <a:off x="609480" y="1604520"/>
            <a:ext cx="10972440" cy="397728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197" name="PlaceHolder 1">
            <a:extLst>
              <a:ext uri="{FF2B5EF4-FFF2-40B4-BE49-F238E27FC236}">
                <a16:creationId xmlns:a16="http://schemas.microsoft.com/office/drawing/2014/main" id="{CC2BE768-90EF-4609-884B-D795388AEAA4}"/>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198" name="PlaceHolder 2">
            <a:extLst>
              <a:ext uri="{FF2B5EF4-FFF2-40B4-BE49-F238E27FC236}">
                <a16:creationId xmlns:a16="http://schemas.microsoft.com/office/drawing/2014/main" id="{FDD15309-C705-48E7-AE0D-4B16BFED07B8}"/>
              </a:ext>
            </a:extLst>
          </p:cNvPr>
          <p:cNvSpPr>
            <a:spLocks noGrp="1"/>
          </p:cNvSpPr>
          <p:nvPr>
            <p:ph type="body"/>
          </p:nvPr>
        </p:nvSpPr>
        <p:spPr>
          <a:xfrm>
            <a:off x="609480" y="1604520"/>
            <a:ext cx="5354280" cy="397728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199" name="PlaceHolder 3">
            <a:extLst>
              <a:ext uri="{FF2B5EF4-FFF2-40B4-BE49-F238E27FC236}">
                <a16:creationId xmlns:a16="http://schemas.microsoft.com/office/drawing/2014/main" id="{549BD06A-2938-47B9-ABE5-A66FBDCA41AB}"/>
              </a:ext>
            </a:extLst>
          </p:cNvPr>
          <p:cNvSpPr>
            <a:spLocks noGrp="1"/>
          </p:cNvSpPr>
          <p:nvPr>
            <p:ph type="body"/>
          </p:nvPr>
        </p:nvSpPr>
        <p:spPr>
          <a:xfrm>
            <a:off x="6231960" y="1604520"/>
            <a:ext cx="5354280" cy="397728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00" name="PlaceHolder 1">
            <a:extLst>
              <a:ext uri="{FF2B5EF4-FFF2-40B4-BE49-F238E27FC236}">
                <a16:creationId xmlns:a16="http://schemas.microsoft.com/office/drawing/2014/main" id="{64F72384-8B6F-4818-826D-D899BD5C634B}"/>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p:cSld name="Centered Text">
    <p:spTree>
      <p:nvGrpSpPr>
        <p:cNvPr id="1" name=""/>
        <p:cNvGrpSpPr/>
        <p:nvPr/>
      </p:nvGrpSpPr>
      <p:grpSpPr>
        <a:xfrm>
          <a:off x="0" y="0"/>
          <a:ext cx="0" cy="0"/>
          <a:chOff x="0" y="0"/>
          <a:chExt cx="0" cy="0"/>
        </a:xfrm>
      </p:grpSpPr>
      <p:sp>
        <p:nvSpPr>
          <p:cNvPr id="201" name="PlaceHolder 1">
            <a:extLst>
              <a:ext uri="{FF2B5EF4-FFF2-40B4-BE49-F238E27FC236}">
                <a16:creationId xmlns:a16="http://schemas.microsoft.com/office/drawing/2014/main" id="{4AE94F4B-1984-4E47-847F-4780FC2F66F8}"/>
              </a:ext>
            </a:extLst>
          </p:cNvPr>
          <p:cNvSpPr>
            <a:spLocks noGrp="1"/>
          </p:cNvSpPr>
          <p:nvPr>
            <p:ph type="subTitle"/>
          </p:nvPr>
        </p:nvSpPr>
        <p:spPr>
          <a:xfrm>
            <a:off x="609480" y="273600"/>
            <a:ext cx="10972440" cy="5307840"/>
          </a:xfrm>
          <a:prstGeom prst="rect">
            <a:avLst/>
          </a:prstGeom>
        </p:spPr>
        <p:txBody>
          <a:bodyPr lIns="0" tIns="0" rIns="0" bIns="0" anchor="ctr">
            <a:noAutofit/>
          </a:bodyPr>
          <a:lstStyle/>
          <a:p>
            <a:pPr algn="ctr">
              <a:buNone/>
            </a:pPr>
            <a:endParaRPr sz="3200" b="0" strike="noStrike" spc="-1">
              <a:latin typeface="Arial"/>
              <a:ea typeface="Arial"/>
              <a:cs typeface="Arial"/>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p:cSld name="Title, 2 Content and Content">
    <p:spTree>
      <p:nvGrpSpPr>
        <p:cNvPr id="1" name=""/>
        <p:cNvGrpSpPr/>
        <p:nvPr/>
      </p:nvGrpSpPr>
      <p:grpSpPr>
        <a:xfrm>
          <a:off x="0" y="0"/>
          <a:ext cx="0" cy="0"/>
          <a:chOff x="0" y="0"/>
          <a:chExt cx="0" cy="0"/>
        </a:xfrm>
      </p:grpSpPr>
      <p:sp>
        <p:nvSpPr>
          <p:cNvPr id="202" name="PlaceHolder 1">
            <a:extLst>
              <a:ext uri="{FF2B5EF4-FFF2-40B4-BE49-F238E27FC236}">
                <a16:creationId xmlns:a16="http://schemas.microsoft.com/office/drawing/2014/main" id="{3D98C9AB-C351-4442-B8A6-605D62C3CF44}"/>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203" name="PlaceHolder 2">
            <a:extLst>
              <a:ext uri="{FF2B5EF4-FFF2-40B4-BE49-F238E27FC236}">
                <a16:creationId xmlns:a16="http://schemas.microsoft.com/office/drawing/2014/main" id="{69B18B26-0E0D-45F2-8C8E-3FC4E1433D69}"/>
              </a:ext>
            </a:extLst>
          </p:cNvPr>
          <p:cNvSpPr>
            <a:spLocks noGrp="1"/>
          </p:cNvSpPr>
          <p:nvPr>
            <p:ph type="body"/>
          </p:nvPr>
        </p:nvSpPr>
        <p:spPr>
          <a:xfrm>
            <a:off x="609480" y="160452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204" name="PlaceHolder 3">
            <a:extLst>
              <a:ext uri="{FF2B5EF4-FFF2-40B4-BE49-F238E27FC236}">
                <a16:creationId xmlns:a16="http://schemas.microsoft.com/office/drawing/2014/main" id="{842FB0DB-E945-4B5A-A325-34A2466C8408}"/>
              </a:ext>
            </a:extLst>
          </p:cNvPr>
          <p:cNvSpPr>
            <a:spLocks noGrp="1"/>
          </p:cNvSpPr>
          <p:nvPr>
            <p:ph type="body"/>
          </p:nvPr>
        </p:nvSpPr>
        <p:spPr>
          <a:xfrm>
            <a:off x="6231960" y="1604520"/>
            <a:ext cx="5354280" cy="397728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205" name="PlaceHolder 4">
            <a:extLst>
              <a:ext uri="{FF2B5EF4-FFF2-40B4-BE49-F238E27FC236}">
                <a16:creationId xmlns:a16="http://schemas.microsoft.com/office/drawing/2014/main" id="{44CDFE27-C2DD-43B1-B3B3-AFF5AB3E0DF3}"/>
              </a:ext>
            </a:extLst>
          </p:cNvPr>
          <p:cNvSpPr>
            <a:spLocks noGrp="1"/>
          </p:cNvSpPr>
          <p:nvPr>
            <p:ph type="body"/>
          </p:nvPr>
        </p:nvSpPr>
        <p:spPr>
          <a:xfrm>
            <a:off x="609480" y="368208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p:cSld name="Title Content and 2 Content">
    <p:spTree>
      <p:nvGrpSpPr>
        <p:cNvPr id="1" name=""/>
        <p:cNvGrpSpPr/>
        <p:nvPr/>
      </p:nvGrpSpPr>
      <p:grpSpPr>
        <a:xfrm>
          <a:off x="0" y="0"/>
          <a:ext cx="0" cy="0"/>
          <a:chOff x="0" y="0"/>
          <a:chExt cx="0" cy="0"/>
        </a:xfrm>
      </p:grpSpPr>
      <p:sp>
        <p:nvSpPr>
          <p:cNvPr id="206" name="PlaceHolder 1">
            <a:extLst>
              <a:ext uri="{FF2B5EF4-FFF2-40B4-BE49-F238E27FC236}">
                <a16:creationId xmlns:a16="http://schemas.microsoft.com/office/drawing/2014/main" id="{0C7BF402-6EA7-4539-B5E9-55A4DF7D9BD7}"/>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207" name="PlaceHolder 2">
            <a:extLst>
              <a:ext uri="{FF2B5EF4-FFF2-40B4-BE49-F238E27FC236}">
                <a16:creationId xmlns:a16="http://schemas.microsoft.com/office/drawing/2014/main" id="{B2D8F460-616A-4115-9721-6D59218B218B}"/>
              </a:ext>
            </a:extLst>
          </p:cNvPr>
          <p:cNvSpPr>
            <a:spLocks noGrp="1"/>
          </p:cNvSpPr>
          <p:nvPr>
            <p:ph type="body"/>
          </p:nvPr>
        </p:nvSpPr>
        <p:spPr>
          <a:xfrm>
            <a:off x="609480" y="1604520"/>
            <a:ext cx="5354280" cy="397728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208" name="PlaceHolder 3">
            <a:extLst>
              <a:ext uri="{FF2B5EF4-FFF2-40B4-BE49-F238E27FC236}">
                <a16:creationId xmlns:a16="http://schemas.microsoft.com/office/drawing/2014/main" id="{99FFA2CE-F1CB-46C2-A048-BA6C502CAF5C}"/>
              </a:ext>
            </a:extLst>
          </p:cNvPr>
          <p:cNvSpPr>
            <a:spLocks noGrp="1"/>
          </p:cNvSpPr>
          <p:nvPr>
            <p:ph type="body"/>
          </p:nvPr>
        </p:nvSpPr>
        <p:spPr>
          <a:xfrm>
            <a:off x="6231960" y="160452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209" name="PlaceHolder 4">
            <a:extLst>
              <a:ext uri="{FF2B5EF4-FFF2-40B4-BE49-F238E27FC236}">
                <a16:creationId xmlns:a16="http://schemas.microsoft.com/office/drawing/2014/main" id="{AB4126A6-0A8C-4DD2-AB2F-65DF65501AC1}"/>
              </a:ext>
            </a:extLst>
          </p:cNvPr>
          <p:cNvSpPr>
            <a:spLocks noGrp="1"/>
          </p:cNvSpPr>
          <p:nvPr>
            <p:ph type="body"/>
          </p:nvPr>
        </p:nvSpPr>
        <p:spPr>
          <a:xfrm>
            <a:off x="6231960" y="368208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p:cSld name="Title, 2 Content over Content">
    <p:spTree>
      <p:nvGrpSpPr>
        <p:cNvPr id="1" name=""/>
        <p:cNvGrpSpPr/>
        <p:nvPr/>
      </p:nvGrpSpPr>
      <p:grpSpPr>
        <a:xfrm>
          <a:off x="0" y="0"/>
          <a:ext cx="0" cy="0"/>
          <a:chOff x="0" y="0"/>
          <a:chExt cx="0" cy="0"/>
        </a:xfrm>
      </p:grpSpPr>
      <p:sp>
        <p:nvSpPr>
          <p:cNvPr id="210" name="PlaceHolder 1">
            <a:extLst>
              <a:ext uri="{FF2B5EF4-FFF2-40B4-BE49-F238E27FC236}">
                <a16:creationId xmlns:a16="http://schemas.microsoft.com/office/drawing/2014/main" id="{8AB3C08C-14FF-4514-BE32-A56D407254C4}"/>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211" name="PlaceHolder 2">
            <a:extLst>
              <a:ext uri="{FF2B5EF4-FFF2-40B4-BE49-F238E27FC236}">
                <a16:creationId xmlns:a16="http://schemas.microsoft.com/office/drawing/2014/main" id="{215BBEAD-BC7D-44AF-ADE6-2AAEED074CE2}"/>
              </a:ext>
            </a:extLst>
          </p:cNvPr>
          <p:cNvSpPr>
            <a:spLocks noGrp="1"/>
          </p:cNvSpPr>
          <p:nvPr>
            <p:ph type="body"/>
          </p:nvPr>
        </p:nvSpPr>
        <p:spPr>
          <a:xfrm>
            <a:off x="609480" y="160452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212" name="PlaceHolder 3">
            <a:extLst>
              <a:ext uri="{FF2B5EF4-FFF2-40B4-BE49-F238E27FC236}">
                <a16:creationId xmlns:a16="http://schemas.microsoft.com/office/drawing/2014/main" id="{074BAE6B-44C9-40D9-939A-51B2FE7F9B12}"/>
              </a:ext>
            </a:extLst>
          </p:cNvPr>
          <p:cNvSpPr>
            <a:spLocks noGrp="1"/>
          </p:cNvSpPr>
          <p:nvPr>
            <p:ph type="body"/>
          </p:nvPr>
        </p:nvSpPr>
        <p:spPr>
          <a:xfrm>
            <a:off x="6231960" y="160452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213" name="PlaceHolder 4">
            <a:extLst>
              <a:ext uri="{FF2B5EF4-FFF2-40B4-BE49-F238E27FC236}">
                <a16:creationId xmlns:a16="http://schemas.microsoft.com/office/drawing/2014/main" id="{796B5544-5020-4558-AAF6-818E60445761}"/>
              </a:ext>
            </a:extLst>
          </p:cNvPr>
          <p:cNvSpPr>
            <a:spLocks noGrp="1"/>
          </p:cNvSpPr>
          <p:nvPr>
            <p:ph type="body"/>
          </p:nvPr>
        </p:nvSpPr>
        <p:spPr>
          <a:xfrm>
            <a:off x="609480" y="3682080"/>
            <a:ext cx="109724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p:cSld name="Title, Content over Content">
    <p:spTree>
      <p:nvGrpSpPr>
        <p:cNvPr id="1" name=""/>
        <p:cNvGrpSpPr/>
        <p:nvPr/>
      </p:nvGrpSpPr>
      <p:grpSpPr>
        <a:xfrm>
          <a:off x="0" y="0"/>
          <a:ext cx="0" cy="0"/>
          <a:chOff x="0" y="0"/>
          <a:chExt cx="0" cy="0"/>
        </a:xfrm>
      </p:grpSpPr>
      <p:sp>
        <p:nvSpPr>
          <p:cNvPr id="214" name="PlaceHolder 1">
            <a:extLst>
              <a:ext uri="{FF2B5EF4-FFF2-40B4-BE49-F238E27FC236}">
                <a16:creationId xmlns:a16="http://schemas.microsoft.com/office/drawing/2014/main" id="{800F7C61-E7E7-4E6B-8EC9-F41FB02E467B}"/>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215" name="PlaceHolder 2">
            <a:extLst>
              <a:ext uri="{FF2B5EF4-FFF2-40B4-BE49-F238E27FC236}">
                <a16:creationId xmlns:a16="http://schemas.microsoft.com/office/drawing/2014/main" id="{795DFAB7-7F70-4B95-9DA9-E93364F199D8}"/>
              </a:ext>
            </a:extLst>
          </p:cNvPr>
          <p:cNvSpPr>
            <a:spLocks noGrp="1"/>
          </p:cNvSpPr>
          <p:nvPr>
            <p:ph type="body"/>
          </p:nvPr>
        </p:nvSpPr>
        <p:spPr>
          <a:xfrm>
            <a:off x="609480" y="1604520"/>
            <a:ext cx="109724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216" name="PlaceHolder 3">
            <a:extLst>
              <a:ext uri="{FF2B5EF4-FFF2-40B4-BE49-F238E27FC236}">
                <a16:creationId xmlns:a16="http://schemas.microsoft.com/office/drawing/2014/main" id="{F0FC79F8-F9E1-4A98-B5A1-6A8F81C9BDF1}"/>
              </a:ext>
            </a:extLst>
          </p:cNvPr>
          <p:cNvSpPr>
            <a:spLocks noGrp="1"/>
          </p:cNvSpPr>
          <p:nvPr>
            <p:ph type="body"/>
          </p:nvPr>
        </p:nvSpPr>
        <p:spPr>
          <a:xfrm>
            <a:off x="609480" y="3682080"/>
            <a:ext cx="109724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p:cSld name="Title, 4 Content">
    <p:spTree>
      <p:nvGrpSpPr>
        <p:cNvPr id="1" name=""/>
        <p:cNvGrpSpPr/>
        <p:nvPr/>
      </p:nvGrpSpPr>
      <p:grpSpPr>
        <a:xfrm>
          <a:off x="0" y="0"/>
          <a:ext cx="0" cy="0"/>
          <a:chOff x="0" y="0"/>
          <a:chExt cx="0" cy="0"/>
        </a:xfrm>
      </p:grpSpPr>
      <p:sp>
        <p:nvSpPr>
          <p:cNvPr id="217" name="PlaceHolder 1">
            <a:extLst>
              <a:ext uri="{FF2B5EF4-FFF2-40B4-BE49-F238E27FC236}">
                <a16:creationId xmlns:a16="http://schemas.microsoft.com/office/drawing/2014/main" id="{A03B3062-E4DA-4E4E-A5CE-6166863C6CE9}"/>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218" name="PlaceHolder 2">
            <a:extLst>
              <a:ext uri="{FF2B5EF4-FFF2-40B4-BE49-F238E27FC236}">
                <a16:creationId xmlns:a16="http://schemas.microsoft.com/office/drawing/2014/main" id="{CF3C676A-2E05-4B26-A956-CBF71F002256}"/>
              </a:ext>
            </a:extLst>
          </p:cNvPr>
          <p:cNvSpPr>
            <a:spLocks noGrp="1"/>
          </p:cNvSpPr>
          <p:nvPr>
            <p:ph type="body"/>
          </p:nvPr>
        </p:nvSpPr>
        <p:spPr>
          <a:xfrm>
            <a:off x="609480" y="160452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219" name="PlaceHolder 3">
            <a:extLst>
              <a:ext uri="{FF2B5EF4-FFF2-40B4-BE49-F238E27FC236}">
                <a16:creationId xmlns:a16="http://schemas.microsoft.com/office/drawing/2014/main" id="{0CE55701-3DC9-4602-830C-76FB86C1524A}"/>
              </a:ext>
            </a:extLst>
          </p:cNvPr>
          <p:cNvSpPr>
            <a:spLocks noGrp="1"/>
          </p:cNvSpPr>
          <p:nvPr>
            <p:ph type="body"/>
          </p:nvPr>
        </p:nvSpPr>
        <p:spPr>
          <a:xfrm>
            <a:off x="6231960" y="160452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220" name="PlaceHolder 4">
            <a:extLst>
              <a:ext uri="{FF2B5EF4-FFF2-40B4-BE49-F238E27FC236}">
                <a16:creationId xmlns:a16="http://schemas.microsoft.com/office/drawing/2014/main" id="{CFC7780B-68E1-4A66-B2FB-E81898A516B6}"/>
              </a:ext>
            </a:extLst>
          </p:cNvPr>
          <p:cNvSpPr>
            <a:spLocks noGrp="1"/>
          </p:cNvSpPr>
          <p:nvPr>
            <p:ph type="body"/>
          </p:nvPr>
        </p:nvSpPr>
        <p:spPr>
          <a:xfrm>
            <a:off x="609480" y="368208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221" name="PlaceHolder 5">
            <a:extLst>
              <a:ext uri="{FF2B5EF4-FFF2-40B4-BE49-F238E27FC236}">
                <a16:creationId xmlns:a16="http://schemas.microsoft.com/office/drawing/2014/main" id="{55B19E40-4682-46F6-BE46-6F59F6EBA293}"/>
              </a:ext>
            </a:extLst>
          </p:cNvPr>
          <p:cNvSpPr>
            <a:spLocks noGrp="1"/>
          </p:cNvSpPr>
          <p:nvPr>
            <p:ph type="body"/>
          </p:nvPr>
        </p:nvSpPr>
        <p:spPr>
          <a:xfrm>
            <a:off x="6231960" y="368208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222" name="PlaceHolder 1">
            <a:extLst>
              <a:ext uri="{FF2B5EF4-FFF2-40B4-BE49-F238E27FC236}">
                <a16:creationId xmlns:a16="http://schemas.microsoft.com/office/drawing/2014/main" id="{01E0C016-64F9-4C77-AEBC-B8BD806BAD08}"/>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223" name="PlaceHolder 2">
            <a:extLst>
              <a:ext uri="{FF2B5EF4-FFF2-40B4-BE49-F238E27FC236}">
                <a16:creationId xmlns:a16="http://schemas.microsoft.com/office/drawing/2014/main" id="{90BDCA87-E0F7-4BB6-8CB1-D60CFBB9DB38}"/>
              </a:ext>
            </a:extLst>
          </p:cNvPr>
          <p:cNvSpPr>
            <a:spLocks noGrp="1"/>
          </p:cNvSpPr>
          <p:nvPr>
            <p:ph type="body"/>
          </p:nvPr>
        </p:nvSpPr>
        <p:spPr>
          <a:xfrm>
            <a:off x="609480" y="1604520"/>
            <a:ext cx="35330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224" name="PlaceHolder 3">
            <a:extLst>
              <a:ext uri="{FF2B5EF4-FFF2-40B4-BE49-F238E27FC236}">
                <a16:creationId xmlns:a16="http://schemas.microsoft.com/office/drawing/2014/main" id="{AEC93EA5-7A02-4608-9216-92CE6BC33D94}"/>
              </a:ext>
            </a:extLst>
          </p:cNvPr>
          <p:cNvSpPr>
            <a:spLocks noGrp="1"/>
          </p:cNvSpPr>
          <p:nvPr>
            <p:ph type="body"/>
          </p:nvPr>
        </p:nvSpPr>
        <p:spPr>
          <a:xfrm>
            <a:off x="4319640" y="1604520"/>
            <a:ext cx="35330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225" name="PlaceHolder 4">
            <a:extLst>
              <a:ext uri="{FF2B5EF4-FFF2-40B4-BE49-F238E27FC236}">
                <a16:creationId xmlns:a16="http://schemas.microsoft.com/office/drawing/2014/main" id="{745FDBCC-38C7-4A4C-887A-A9BDFDABE316}"/>
              </a:ext>
            </a:extLst>
          </p:cNvPr>
          <p:cNvSpPr>
            <a:spLocks noGrp="1"/>
          </p:cNvSpPr>
          <p:nvPr>
            <p:ph type="body"/>
          </p:nvPr>
        </p:nvSpPr>
        <p:spPr>
          <a:xfrm>
            <a:off x="8029800" y="1604520"/>
            <a:ext cx="35330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226" name="PlaceHolder 5">
            <a:extLst>
              <a:ext uri="{FF2B5EF4-FFF2-40B4-BE49-F238E27FC236}">
                <a16:creationId xmlns:a16="http://schemas.microsoft.com/office/drawing/2014/main" id="{8CE1076D-B65F-4EFB-B32D-641EB5A773D1}"/>
              </a:ext>
            </a:extLst>
          </p:cNvPr>
          <p:cNvSpPr>
            <a:spLocks noGrp="1"/>
          </p:cNvSpPr>
          <p:nvPr>
            <p:ph type="body"/>
          </p:nvPr>
        </p:nvSpPr>
        <p:spPr>
          <a:xfrm>
            <a:off x="609480" y="3682080"/>
            <a:ext cx="35330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227" name="PlaceHolder 6">
            <a:extLst>
              <a:ext uri="{FF2B5EF4-FFF2-40B4-BE49-F238E27FC236}">
                <a16:creationId xmlns:a16="http://schemas.microsoft.com/office/drawing/2014/main" id="{E3991A36-A441-4378-893F-818912141235}"/>
              </a:ext>
            </a:extLst>
          </p:cNvPr>
          <p:cNvSpPr>
            <a:spLocks noGrp="1"/>
          </p:cNvSpPr>
          <p:nvPr>
            <p:ph type="body"/>
          </p:nvPr>
        </p:nvSpPr>
        <p:spPr>
          <a:xfrm>
            <a:off x="4319640" y="3682080"/>
            <a:ext cx="35330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228" name="PlaceHolder 7">
            <a:extLst>
              <a:ext uri="{FF2B5EF4-FFF2-40B4-BE49-F238E27FC236}">
                <a16:creationId xmlns:a16="http://schemas.microsoft.com/office/drawing/2014/main" id="{2CB79AD0-521B-4780-95E0-71B3CD2AB8FD}"/>
              </a:ext>
            </a:extLst>
          </p:cNvPr>
          <p:cNvSpPr>
            <a:spLocks noGrp="1"/>
          </p:cNvSpPr>
          <p:nvPr>
            <p:ph type="body"/>
          </p:nvPr>
        </p:nvSpPr>
        <p:spPr>
          <a:xfrm>
            <a:off x="8029800" y="3682080"/>
            <a:ext cx="35330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232" name="PlaceHolder 1">
            <a:extLst>
              <a:ext uri="{FF2B5EF4-FFF2-40B4-BE49-F238E27FC236}">
                <a16:creationId xmlns:a16="http://schemas.microsoft.com/office/drawing/2014/main" id="{B1A2F925-617C-485A-B8FD-97EB324F7DEE}"/>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233" name="PlaceHolder 2">
            <a:extLst>
              <a:ext uri="{FF2B5EF4-FFF2-40B4-BE49-F238E27FC236}">
                <a16:creationId xmlns:a16="http://schemas.microsoft.com/office/drawing/2014/main" id="{D4E8553A-0C25-406E-8BDC-2E4C5043A132}"/>
              </a:ext>
            </a:extLst>
          </p:cNvPr>
          <p:cNvSpPr>
            <a:spLocks noGrp="1"/>
          </p:cNvSpPr>
          <p:nvPr>
            <p:ph type="subTitle"/>
          </p:nvPr>
        </p:nvSpPr>
        <p:spPr>
          <a:xfrm>
            <a:off x="609480" y="1604520"/>
            <a:ext cx="10972440" cy="3977280"/>
          </a:xfrm>
          <a:prstGeom prst="rect">
            <a:avLst/>
          </a:prstGeom>
        </p:spPr>
        <p:txBody>
          <a:bodyPr lIns="0" tIns="0" rIns="0" bIns="0" anchor="ctr">
            <a:noAutofit/>
          </a:bodyPr>
          <a:lstStyle/>
          <a:p>
            <a:pPr algn="ctr">
              <a:buNone/>
            </a:pPr>
            <a:endParaRPr sz="3200" b="0" strike="noStrike" spc="-1">
              <a:latin typeface="Arial"/>
              <a:ea typeface="Arial"/>
              <a:cs typeface="Arial"/>
            </a:endParaRPr>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234" name="PlaceHolder 1">
            <a:extLst>
              <a:ext uri="{FF2B5EF4-FFF2-40B4-BE49-F238E27FC236}">
                <a16:creationId xmlns:a16="http://schemas.microsoft.com/office/drawing/2014/main" id="{FBB44DF5-F345-40E6-B677-A73F411DA2C8}"/>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235" name="PlaceHolder 2">
            <a:extLst>
              <a:ext uri="{FF2B5EF4-FFF2-40B4-BE49-F238E27FC236}">
                <a16:creationId xmlns:a16="http://schemas.microsoft.com/office/drawing/2014/main" id="{815B0133-EA6B-40AF-B924-329C4CDB13DF}"/>
              </a:ext>
            </a:extLst>
          </p:cNvPr>
          <p:cNvSpPr>
            <a:spLocks noGrp="1"/>
          </p:cNvSpPr>
          <p:nvPr>
            <p:ph type="body"/>
          </p:nvPr>
        </p:nvSpPr>
        <p:spPr>
          <a:xfrm>
            <a:off x="609480" y="1604520"/>
            <a:ext cx="10972440" cy="397728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236" name="PlaceHolder 1">
            <a:extLst>
              <a:ext uri="{FF2B5EF4-FFF2-40B4-BE49-F238E27FC236}">
                <a16:creationId xmlns:a16="http://schemas.microsoft.com/office/drawing/2014/main" id="{36FABD1D-4C74-4BDE-9C8E-86B8E7C078B8}"/>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237" name="PlaceHolder 2">
            <a:extLst>
              <a:ext uri="{FF2B5EF4-FFF2-40B4-BE49-F238E27FC236}">
                <a16:creationId xmlns:a16="http://schemas.microsoft.com/office/drawing/2014/main" id="{7C915D9D-F678-404E-86B2-A31773BC3872}"/>
              </a:ext>
            </a:extLst>
          </p:cNvPr>
          <p:cNvSpPr>
            <a:spLocks noGrp="1"/>
          </p:cNvSpPr>
          <p:nvPr>
            <p:ph type="body"/>
          </p:nvPr>
        </p:nvSpPr>
        <p:spPr>
          <a:xfrm>
            <a:off x="609480" y="1604520"/>
            <a:ext cx="5354280" cy="397728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238" name="PlaceHolder 3">
            <a:extLst>
              <a:ext uri="{FF2B5EF4-FFF2-40B4-BE49-F238E27FC236}">
                <a16:creationId xmlns:a16="http://schemas.microsoft.com/office/drawing/2014/main" id="{C8BF6C4C-21E4-4888-8BCA-0D79E7232D9E}"/>
              </a:ext>
            </a:extLst>
          </p:cNvPr>
          <p:cNvSpPr>
            <a:spLocks noGrp="1"/>
          </p:cNvSpPr>
          <p:nvPr>
            <p:ph type="body"/>
          </p:nvPr>
        </p:nvSpPr>
        <p:spPr>
          <a:xfrm>
            <a:off x="6231960" y="1604520"/>
            <a:ext cx="5354280" cy="397728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39" name="PlaceHolder 1">
            <a:extLst>
              <a:ext uri="{FF2B5EF4-FFF2-40B4-BE49-F238E27FC236}">
                <a16:creationId xmlns:a16="http://schemas.microsoft.com/office/drawing/2014/main" id="{3E1FEC9A-9785-4B7B-A249-E1357F4C1044}"/>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p:cSld name="Centered Text">
    <p:spTree>
      <p:nvGrpSpPr>
        <p:cNvPr id="1" name=""/>
        <p:cNvGrpSpPr/>
        <p:nvPr/>
      </p:nvGrpSpPr>
      <p:grpSpPr>
        <a:xfrm>
          <a:off x="0" y="0"/>
          <a:ext cx="0" cy="0"/>
          <a:chOff x="0" y="0"/>
          <a:chExt cx="0" cy="0"/>
        </a:xfrm>
      </p:grpSpPr>
      <p:sp>
        <p:nvSpPr>
          <p:cNvPr id="240" name="PlaceHolder 1">
            <a:extLst>
              <a:ext uri="{FF2B5EF4-FFF2-40B4-BE49-F238E27FC236}">
                <a16:creationId xmlns:a16="http://schemas.microsoft.com/office/drawing/2014/main" id="{1A78E9C6-F500-40AF-9FDF-0632666E3B2D}"/>
              </a:ext>
            </a:extLst>
          </p:cNvPr>
          <p:cNvSpPr>
            <a:spLocks noGrp="1"/>
          </p:cNvSpPr>
          <p:nvPr>
            <p:ph type="subTitle"/>
          </p:nvPr>
        </p:nvSpPr>
        <p:spPr>
          <a:xfrm>
            <a:off x="609480" y="273600"/>
            <a:ext cx="10972440" cy="5307840"/>
          </a:xfrm>
          <a:prstGeom prst="rect">
            <a:avLst/>
          </a:prstGeom>
        </p:spPr>
        <p:txBody>
          <a:bodyPr lIns="0" tIns="0" rIns="0" bIns="0" anchor="ctr">
            <a:noAutofit/>
          </a:bodyPr>
          <a:lstStyle/>
          <a:p>
            <a:pPr algn="ctr">
              <a:buNone/>
            </a:pPr>
            <a:endParaRPr sz="3200" b="0" strike="noStrike" spc="-1">
              <a:latin typeface="Arial"/>
              <a:ea typeface="Arial"/>
              <a:cs typeface="Arial"/>
            </a:endParaRPr>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p:cSld name="Title, 2 Content and Content">
    <p:spTree>
      <p:nvGrpSpPr>
        <p:cNvPr id="1" name=""/>
        <p:cNvGrpSpPr/>
        <p:nvPr/>
      </p:nvGrpSpPr>
      <p:grpSpPr>
        <a:xfrm>
          <a:off x="0" y="0"/>
          <a:ext cx="0" cy="0"/>
          <a:chOff x="0" y="0"/>
          <a:chExt cx="0" cy="0"/>
        </a:xfrm>
      </p:grpSpPr>
      <p:sp>
        <p:nvSpPr>
          <p:cNvPr id="241" name="PlaceHolder 1">
            <a:extLst>
              <a:ext uri="{FF2B5EF4-FFF2-40B4-BE49-F238E27FC236}">
                <a16:creationId xmlns:a16="http://schemas.microsoft.com/office/drawing/2014/main" id="{BD3C0892-C236-433B-B315-3CF8DE8F89FC}"/>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242" name="PlaceHolder 2">
            <a:extLst>
              <a:ext uri="{FF2B5EF4-FFF2-40B4-BE49-F238E27FC236}">
                <a16:creationId xmlns:a16="http://schemas.microsoft.com/office/drawing/2014/main" id="{8EAF4F94-5EA6-4975-B2BD-512D8862AA9C}"/>
              </a:ext>
            </a:extLst>
          </p:cNvPr>
          <p:cNvSpPr>
            <a:spLocks noGrp="1"/>
          </p:cNvSpPr>
          <p:nvPr>
            <p:ph type="body"/>
          </p:nvPr>
        </p:nvSpPr>
        <p:spPr>
          <a:xfrm>
            <a:off x="609480" y="160452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243" name="PlaceHolder 3">
            <a:extLst>
              <a:ext uri="{FF2B5EF4-FFF2-40B4-BE49-F238E27FC236}">
                <a16:creationId xmlns:a16="http://schemas.microsoft.com/office/drawing/2014/main" id="{CD4A3ECB-AD8E-4493-B03A-ABD84618C22B}"/>
              </a:ext>
            </a:extLst>
          </p:cNvPr>
          <p:cNvSpPr>
            <a:spLocks noGrp="1"/>
          </p:cNvSpPr>
          <p:nvPr>
            <p:ph type="body"/>
          </p:nvPr>
        </p:nvSpPr>
        <p:spPr>
          <a:xfrm>
            <a:off x="6231960" y="1604520"/>
            <a:ext cx="5354280" cy="397728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244" name="PlaceHolder 4">
            <a:extLst>
              <a:ext uri="{FF2B5EF4-FFF2-40B4-BE49-F238E27FC236}">
                <a16:creationId xmlns:a16="http://schemas.microsoft.com/office/drawing/2014/main" id="{574F7D80-AF28-4793-A83C-3CB3E2DA5120}"/>
              </a:ext>
            </a:extLst>
          </p:cNvPr>
          <p:cNvSpPr>
            <a:spLocks noGrp="1"/>
          </p:cNvSpPr>
          <p:nvPr>
            <p:ph type="body"/>
          </p:nvPr>
        </p:nvSpPr>
        <p:spPr>
          <a:xfrm>
            <a:off x="609480" y="368208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p:cSld name="Title Content and 2 Content">
    <p:spTree>
      <p:nvGrpSpPr>
        <p:cNvPr id="1" name=""/>
        <p:cNvGrpSpPr/>
        <p:nvPr/>
      </p:nvGrpSpPr>
      <p:grpSpPr>
        <a:xfrm>
          <a:off x="0" y="0"/>
          <a:ext cx="0" cy="0"/>
          <a:chOff x="0" y="0"/>
          <a:chExt cx="0" cy="0"/>
        </a:xfrm>
      </p:grpSpPr>
      <p:sp>
        <p:nvSpPr>
          <p:cNvPr id="245" name="PlaceHolder 1">
            <a:extLst>
              <a:ext uri="{FF2B5EF4-FFF2-40B4-BE49-F238E27FC236}">
                <a16:creationId xmlns:a16="http://schemas.microsoft.com/office/drawing/2014/main" id="{DE252033-DED2-4B16-B731-E0079BA7F6F2}"/>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246" name="PlaceHolder 2">
            <a:extLst>
              <a:ext uri="{FF2B5EF4-FFF2-40B4-BE49-F238E27FC236}">
                <a16:creationId xmlns:a16="http://schemas.microsoft.com/office/drawing/2014/main" id="{EB2EA113-CCC3-4965-BEC1-202DE6E2CF5F}"/>
              </a:ext>
            </a:extLst>
          </p:cNvPr>
          <p:cNvSpPr>
            <a:spLocks noGrp="1"/>
          </p:cNvSpPr>
          <p:nvPr>
            <p:ph type="body"/>
          </p:nvPr>
        </p:nvSpPr>
        <p:spPr>
          <a:xfrm>
            <a:off x="609480" y="1604520"/>
            <a:ext cx="5354280" cy="397728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247" name="PlaceHolder 3">
            <a:extLst>
              <a:ext uri="{FF2B5EF4-FFF2-40B4-BE49-F238E27FC236}">
                <a16:creationId xmlns:a16="http://schemas.microsoft.com/office/drawing/2014/main" id="{E72C0544-66F5-4087-9545-F13206E46F2F}"/>
              </a:ext>
            </a:extLst>
          </p:cNvPr>
          <p:cNvSpPr>
            <a:spLocks noGrp="1"/>
          </p:cNvSpPr>
          <p:nvPr>
            <p:ph type="body"/>
          </p:nvPr>
        </p:nvSpPr>
        <p:spPr>
          <a:xfrm>
            <a:off x="6231960" y="160452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248" name="PlaceHolder 4">
            <a:extLst>
              <a:ext uri="{FF2B5EF4-FFF2-40B4-BE49-F238E27FC236}">
                <a16:creationId xmlns:a16="http://schemas.microsoft.com/office/drawing/2014/main" id="{AA2AA787-6688-436D-A1F6-ACB85844EF9B}"/>
              </a:ext>
            </a:extLst>
          </p:cNvPr>
          <p:cNvSpPr>
            <a:spLocks noGrp="1"/>
          </p:cNvSpPr>
          <p:nvPr>
            <p:ph type="body"/>
          </p:nvPr>
        </p:nvSpPr>
        <p:spPr>
          <a:xfrm>
            <a:off x="6231960" y="368208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p:cSld name="Title, 2 Content over Content">
    <p:spTree>
      <p:nvGrpSpPr>
        <p:cNvPr id="1" name=""/>
        <p:cNvGrpSpPr/>
        <p:nvPr/>
      </p:nvGrpSpPr>
      <p:grpSpPr>
        <a:xfrm>
          <a:off x="0" y="0"/>
          <a:ext cx="0" cy="0"/>
          <a:chOff x="0" y="0"/>
          <a:chExt cx="0" cy="0"/>
        </a:xfrm>
      </p:grpSpPr>
      <p:sp>
        <p:nvSpPr>
          <p:cNvPr id="249" name="PlaceHolder 1">
            <a:extLst>
              <a:ext uri="{FF2B5EF4-FFF2-40B4-BE49-F238E27FC236}">
                <a16:creationId xmlns:a16="http://schemas.microsoft.com/office/drawing/2014/main" id="{F5C65907-CBBD-49C2-BDEF-68C8B9C5793E}"/>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250" name="PlaceHolder 2">
            <a:extLst>
              <a:ext uri="{FF2B5EF4-FFF2-40B4-BE49-F238E27FC236}">
                <a16:creationId xmlns:a16="http://schemas.microsoft.com/office/drawing/2014/main" id="{F7C44ED1-B763-4F04-8CC0-40989CCEAA87}"/>
              </a:ext>
            </a:extLst>
          </p:cNvPr>
          <p:cNvSpPr>
            <a:spLocks noGrp="1"/>
          </p:cNvSpPr>
          <p:nvPr>
            <p:ph type="body"/>
          </p:nvPr>
        </p:nvSpPr>
        <p:spPr>
          <a:xfrm>
            <a:off x="609480" y="160452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251" name="PlaceHolder 3">
            <a:extLst>
              <a:ext uri="{FF2B5EF4-FFF2-40B4-BE49-F238E27FC236}">
                <a16:creationId xmlns:a16="http://schemas.microsoft.com/office/drawing/2014/main" id="{EBCB9EBE-67AE-432A-AA86-1A8DBD814807}"/>
              </a:ext>
            </a:extLst>
          </p:cNvPr>
          <p:cNvSpPr>
            <a:spLocks noGrp="1"/>
          </p:cNvSpPr>
          <p:nvPr>
            <p:ph type="body"/>
          </p:nvPr>
        </p:nvSpPr>
        <p:spPr>
          <a:xfrm>
            <a:off x="6231960" y="160452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252" name="PlaceHolder 4">
            <a:extLst>
              <a:ext uri="{FF2B5EF4-FFF2-40B4-BE49-F238E27FC236}">
                <a16:creationId xmlns:a16="http://schemas.microsoft.com/office/drawing/2014/main" id="{DB659149-26F4-4B60-81A6-98588CDA0984}"/>
              </a:ext>
            </a:extLst>
          </p:cNvPr>
          <p:cNvSpPr>
            <a:spLocks noGrp="1"/>
          </p:cNvSpPr>
          <p:nvPr>
            <p:ph type="body"/>
          </p:nvPr>
        </p:nvSpPr>
        <p:spPr>
          <a:xfrm>
            <a:off x="609480" y="3682080"/>
            <a:ext cx="109724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p:cSld name="Title, Content over Content">
    <p:spTree>
      <p:nvGrpSpPr>
        <p:cNvPr id="1" name=""/>
        <p:cNvGrpSpPr/>
        <p:nvPr/>
      </p:nvGrpSpPr>
      <p:grpSpPr>
        <a:xfrm>
          <a:off x="0" y="0"/>
          <a:ext cx="0" cy="0"/>
          <a:chOff x="0" y="0"/>
          <a:chExt cx="0" cy="0"/>
        </a:xfrm>
      </p:grpSpPr>
      <p:sp>
        <p:nvSpPr>
          <p:cNvPr id="253" name="PlaceHolder 1">
            <a:extLst>
              <a:ext uri="{FF2B5EF4-FFF2-40B4-BE49-F238E27FC236}">
                <a16:creationId xmlns:a16="http://schemas.microsoft.com/office/drawing/2014/main" id="{DCFD459D-3D19-427B-988D-E8FC9EC063EA}"/>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254" name="PlaceHolder 2">
            <a:extLst>
              <a:ext uri="{FF2B5EF4-FFF2-40B4-BE49-F238E27FC236}">
                <a16:creationId xmlns:a16="http://schemas.microsoft.com/office/drawing/2014/main" id="{8C5B4BF2-3915-4695-9170-1A7B8EF6536D}"/>
              </a:ext>
            </a:extLst>
          </p:cNvPr>
          <p:cNvSpPr>
            <a:spLocks noGrp="1"/>
          </p:cNvSpPr>
          <p:nvPr>
            <p:ph type="body"/>
          </p:nvPr>
        </p:nvSpPr>
        <p:spPr>
          <a:xfrm>
            <a:off x="609480" y="1604520"/>
            <a:ext cx="109724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255" name="PlaceHolder 3">
            <a:extLst>
              <a:ext uri="{FF2B5EF4-FFF2-40B4-BE49-F238E27FC236}">
                <a16:creationId xmlns:a16="http://schemas.microsoft.com/office/drawing/2014/main" id="{D08B899A-41F0-478A-B93F-23843ADBCD3F}"/>
              </a:ext>
            </a:extLst>
          </p:cNvPr>
          <p:cNvSpPr>
            <a:spLocks noGrp="1"/>
          </p:cNvSpPr>
          <p:nvPr>
            <p:ph type="body"/>
          </p:nvPr>
        </p:nvSpPr>
        <p:spPr>
          <a:xfrm>
            <a:off x="609480" y="3682080"/>
            <a:ext cx="109724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p:cSld name="Title, 4 Content">
    <p:spTree>
      <p:nvGrpSpPr>
        <p:cNvPr id="1" name=""/>
        <p:cNvGrpSpPr/>
        <p:nvPr/>
      </p:nvGrpSpPr>
      <p:grpSpPr>
        <a:xfrm>
          <a:off x="0" y="0"/>
          <a:ext cx="0" cy="0"/>
          <a:chOff x="0" y="0"/>
          <a:chExt cx="0" cy="0"/>
        </a:xfrm>
      </p:grpSpPr>
      <p:sp>
        <p:nvSpPr>
          <p:cNvPr id="256" name="PlaceHolder 1">
            <a:extLst>
              <a:ext uri="{FF2B5EF4-FFF2-40B4-BE49-F238E27FC236}">
                <a16:creationId xmlns:a16="http://schemas.microsoft.com/office/drawing/2014/main" id="{70F55802-B821-4D93-9BB9-1F84DAC47C62}"/>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257" name="PlaceHolder 2">
            <a:extLst>
              <a:ext uri="{FF2B5EF4-FFF2-40B4-BE49-F238E27FC236}">
                <a16:creationId xmlns:a16="http://schemas.microsoft.com/office/drawing/2014/main" id="{5ECEDB0C-ED5D-4E0D-8F3D-2BB5C325E9A8}"/>
              </a:ext>
            </a:extLst>
          </p:cNvPr>
          <p:cNvSpPr>
            <a:spLocks noGrp="1"/>
          </p:cNvSpPr>
          <p:nvPr>
            <p:ph type="body"/>
          </p:nvPr>
        </p:nvSpPr>
        <p:spPr>
          <a:xfrm>
            <a:off x="609480" y="160452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258" name="PlaceHolder 3">
            <a:extLst>
              <a:ext uri="{FF2B5EF4-FFF2-40B4-BE49-F238E27FC236}">
                <a16:creationId xmlns:a16="http://schemas.microsoft.com/office/drawing/2014/main" id="{B0B2B577-1DED-4447-B500-04F74AB7653F}"/>
              </a:ext>
            </a:extLst>
          </p:cNvPr>
          <p:cNvSpPr>
            <a:spLocks noGrp="1"/>
          </p:cNvSpPr>
          <p:nvPr>
            <p:ph type="body"/>
          </p:nvPr>
        </p:nvSpPr>
        <p:spPr>
          <a:xfrm>
            <a:off x="6231960" y="160452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259" name="PlaceHolder 4">
            <a:extLst>
              <a:ext uri="{FF2B5EF4-FFF2-40B4-BE49-F238E27FC236}">
                <a16:creationId xmlns:a16="http://schemas.microsoft.com/office/drawing/2014/main" id="{389F5904-B8CD-45FF-BB46-270826E3209E}"/>
              </a:ext>
            </a:extLst>
          </p:cNvPr>
          <p:cNvSpPr>
            <a:spLocks noGrp="1"/>
          </p:cNvSpPr>
          <p:nvPr>
            <p:ph type="body"/>
          </p:nvPr>
        </p:nvSpPr>
        <p:spPr>
          <a:xfrm>
            <a:off x="609480" y="368208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260" name="PlaceHolder 5">
            <a:extLst>
              <a:ext uri="{FF2B5EF4-FFF2-40B4-BE49-F238E27FC236}">
                <a16:creationId xmlns:a16="http://schemas.microsoft.com/office/drawing/2014/main" id="{F88E67E0-0E28-45CC-A4E8-E076282A6048}"/>
              </a:ext>
            </a:extLst>
          </p:cNvPr>
          <p:cNvSpPr>
            <a:spLocks noGrp="1"/>
          </p:cNvSpPr>
          <p:nvPr>
            <p:ph type="body"/>
          </p:nvPr>
        </p:nvSpPr>
        <p:spPr>
          <a:xfrm>
            <a:off x="6231960" y="368208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261" name="PlaceHolder 1">
            <a:extLst>
              <a:ext uri="{FF2B5EF4-FFF2-40B4-BE49-F238E27FC236}">
                <a16:creationId xmlns:a16="http://schemas.microsoft.com/office/drawing/2014/main" id="{7105D7DB-F8DA-4A50-B2C5-966F9730FAFA}"/>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262" name="PlaceHolder 2">
            <a:extLst>
              <a:ext uri="{FF2B5EF4-FFF2-40B4-BE49-F238E27FC236}">
                <a16:creationId xmlns:a16="http://schemas.microsoft.com/office/drawing/2014/main" id="{981E5721-9FB4-4F97-9349-0395B6717D2D}"/>
              </a:ext>
            </a:extLst>
          </p:cNvPr>
          <p:cNvSpPr>
            <a:spLocks noGrp="1"/>
          </p:cNvSpPr>
          <p:nvPr>
            <p:ph type="body"/>
          </p:nvPr>
        </p:nvSpPr>
        <p:spPr>
          <a:xfrm>
            <a:off x="609480" y="1604520"/>
            <a:ext cx="35330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263" name="PlaceHolder 3">
            <a:extLst>
              <a:ext uri="{FF2B5EF4-FFF2-40B4-BE49-F238E27FC236}">
                <a16:creationId xmlns:a16="http://schemas.microsoft.com/office/drawing/2014/main" id="{AD260D36-9C13-4F16-A6EB-89AAFB2D3CFF}"/>
              </a:ext>
            </a:extLst>
          </p:cNvPr>
          <p:cNvSpPr>
            <a:spLocks noGrp="1"/>
          </p:cNvSpPr>
          <p:nvPr>
            <p:ph type="body"/>
          </p:nvPr>
        </p:nvSpPr>
        <p:spPr>
          <a:xfrm>
            <a:off x="4319640" y="1604520"/>
            <a:ext cx="35330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264" name="PlaceHolder 4">
            <a:extLst>
              <a:ext uri="{FF2B5EF4-FFF2-40B4-BE49-F238E27FC236}">
                <a16:creationId xmlns:a16="http://schemas.microsoft.com/office/drawing/2014/main" id="{173BA01D-7D23-4B03-8B51-3FC8DACC8A2D}"/>
              </a:ext>
            </a:extLst>
          </p:cNvPr>
          <p:cNvSpPr>
            <a:spLocks noGrp="1"/>
          </p:cNvSpPr>
          <p:nvPr>
            <p:ph type="body"/>
          </p:nvPr>
        </p:nvSpPr>
        <p:spPr>
          <a:xfrm>
            <a:off x="8029800" y="1604520"/>
            <a:ext cx="35330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265" name="PlaceHolder 5">
            <a:extLst>
              <a:ext uri="{FF2B5EF4-FFF2-40B4-BE49-F238E27FC236}">
                <a16:creationId xmlns:a16="http://schemas.microsoft.com/office/drawing/2014/main" id="{3E09404B-22D2-42A1-8626-B94D5B87122D}"/>
              </a:ext>
            </a:extLst>
          </p:cNvPr>
          <p:cNvSpPr>
            <a:spLocks noGrp="1"/>
          </p:cNvSpPr>
          <p:nvPr>
            <p:ph type="body"/>
          </p:nvPr>
        </p:nvSpPr>
        <p:spPr>
          <a:xfrm>
            <a:off x="609480" y="3682080"/>
            <a:ext cx="35330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266" name="PlaceHolder 6">
            <a:extLst>
              <a:ext uri="{FF2B5EF4-FFF2-40B4-BE49-F238E27FC236}">
                <a16:creationId xmlns:a16="http://schemas.microsoft.com/office/drawing/2014/main" id="{AB1AA377-67E9-4000-9EAF-7B5897A29940}"/>
              </a:ext>
            </a:extLst>
          </p:cNvPr>
          <p:cNvSpPr>
            <a:spLocks noGrp="1"/>
          </p:cNvSpPr>
          <p:nvPr>
            <p:ph type="body"/>
          </p:nvPr>
        </p:nvSpPr>
        <p:spPr>
          <a:xfrm>
            <a:off x="4319640" y="3682080"/>
            <a:ext cx="35330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267" name="PlaceHolder 7">
            <a:extLst>
              <a:ext uri="{FF2B5EF4-FFF2-40B4-BE49-F238E27FC236}">
                <a16:creationId xmlns:a16="http://schemas.microsoft.com/office/drawing/2014/main" id="{16CFEB67-E666-4FAF-8955-97848B0905DC}"/>
              </a:ext>
            </a:extLst>
          </p:cNvPr>
          <p:cNvSpPr>
            <a:spLocks noGrp="1"/>
          </p:cNvSpPr>
          <p:nvPr>
            <p:ph type="body"/>
          </p:nvPr>
        </p:nvSpPr>
        <p:spPr>
          <a:xfrm>
            <a:off x="8029800" y="3682080"/>
            <a:ext cx="35330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270" name="PlaceHolder 1">
            <a:extLst>
              <a:ext uri="{FF2B5EF4-FFF2-40B4-BE49-F238E27FC236}">
                <a16:creationId xmlns:a16="http://schemas.microsoft.com/office/drawing/2014/main" id="{872F8FE4-6BA4-4215-BA58-FDE4FEA4FDA7}"/>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271" name="PlaceHolder 2">
            <a:extLst>
              <a:ext uri="{FF2B5EF4-FFF2-40B4-BE49-F238E27FC236}">
                <a16:creationId xmlns:a16="http://schemas.microsoft.com/office/drawing/2014/main" id="{AA3B61F6-6FF3-4B84-9140-42783F289BAF}"/>
              </a:ext>
            </a:extLst>
          </p:cNvPr>
          <p:cNvSpPr>
            <a:spLocks noGrp="1"/>
          </p:cNvSpPr>
          <p:nvPr>
            <p:ph type="subTitle"/>
          </p:nvPr>
        </p:nvSpPr>
        <p:spPr>
          <a:xfrm>
            <a:off x="609480" y="1604520"/>
            <a:ext cx="10972440" cy="3977280"/>
          </a:xfrm>
          <a:prstGeom prst="rect">
            <a:avLst/>
          </a:prstGeom>
        </p:spPr>
        <p:txBody>
          <a:bodyPr lIns="0" tIns="0" rIns="0" bIns="0" anchor="ctr">
            <a:noAutofit/>
          </a:bodyPr>
          <a:lstStyle/>
          <a:p>
            <a:pPr algn="ctr">
              <a:buNone/>
            </a:pPr>
            <a:endParaRPr sz="3200" b="0" strike="noStrike" spc="-1">
              <a:latin typeface="Arial"/>
              <a:ea typeface="Arial"/>
              <a:cs typeface="Arial"/>
            </a:endParaRPr>
          </a:p>
        </p:txBody>
      </p:sp>
    </p:spTree>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272" name="PlaceHolder 1">
            <a:extLst>
              <a:ext uri="{FF2B5EF4-FFF2-40B4-BE49-F238E27FC236}">
                <a16:creationId xmlns:a16="http://schemas.microsoft.com/office/drawing/2014/main" id="{57BF6896-B7B2-4CA4-B3CB-D988E992FE16}"/>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273" name="PlaceHolder 2">
            <a:extLst>
              <a:ext uri="{FF2B5EF4-FFF2-40B4-BE49-F238E27FC236}">
                <a16:creationId xmlns:a16="http://schemas.microsoft.com/office/drawing/2014/main" id="{58FC35EE-D97B-45BD-BA51-9A61DAD2F07D}"/>
              </a:ext>
            </a:extLst>
          </p:cNvPr>
          <p:cNvSpPr>
            <a:spLocks noGrp="1"/>
          </p:cNvSpPr>
          <p:nvPr>
            <p:ph type="body"/>
          </p:nvPr>
        </p:nvSpPr>
        <p:spPr>
          <a:xfrm>
            <a:off x="609480" y="1604520"/>
            <a:ext cx="10972440" cy="397728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274" name="PlaceHolder 1">
            <a:extLst>
              <a:ext uri="{FF2B5EF4-FFF2-40B4-BE49-F238E27FC236}">
                <a16:creationId xmlns:a16="http://schemas.microsoft.com/office/drawing/2014/main" id="{DA638F13-01E2-48E1-B365-101EA74229EF}"/>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275" name="PlaceHolder 2">
            <a:extLst>
              <a:ext uri="{FF2B5EF4-FFF2-40B4-BE49-F238E27FC236}">
                <a16:creationId xmlns:a16="http://schemas.microsoft.com/office/drawing/2014/main" id="{8A3015CA-B8B6-4C13-9DEA-D12A8AA9F175}"/>
              </a:ext>
            </a:extLst>
          </p:cNvPr>
          <p:cNvSpPr>
            <a:spLocks noGrp="1"/>
          </p:cNvSpPr>
          <p:nvPr>
            <p:ph type="body"/>
          </p:nvPr>
        </p:nvSpPr>
        <p:spPr>
          <a:xfrm>
            <a:off x="609480" y="1604520"/>
            <a:ext cx="5354280" cy="397728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276" name="PlaceHolder 3">
            <a:extLst>
              <a:ext uri="{FF2B5EF4-FFF2-40B4-BE49-F238E27FC236}">
                <a16:creationId xmlns:a16="http://schemas.microsoft.com/office/drawing/2014/main" id="{A6525F05-4BD9-46BF-9302-AABD1F108FFC}"/>
              </a:ext>
            </a:extLst>
          </p:cNvPr>
          <p:cNvSpPr>
            <a:spLocks noGrp="1"/>
          </p:cNvSpPr>
          <p:nvPr>
            <p:ph type="body"/>
          </p:nvPr>
        </p:nvSpPr>
        <p:spPr>
          <a:xfrm>
            <a:off x="6231960" y="1604520"/>
            <a:ext cx="5354280" cy="397728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77" name="PlaceHolder 1">
            <a:extLst>
              <a:ext uri="{FF2B5EF4-FFF2-40B4-BE49-F238E27FC236}">
                <a16:creationId xmlns:a16="http://schemas.microsoft.com/office/drawing/2014/main" id="{B8BEF617-E12E-4B5E-980D-C40ED4749520}"/>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p:cSld name="Centered Text">
    <p:spTree>
      <p:nvGrpSpPr>
        <p:cNvPr id="1" name=""/>
        <p:cNvGrpSpPr/>
        <p:nvPr/>
      </p:nvGrpSpPr>
      <p:grpSpPr>
        <a:xfrm>
          <a:off x="0" y="0"/>
          <a:ext cx="0" cy="0"/>
          <a:chOff x="0" y="0"/>
          <a:chExt cx="0" cy="0"/>
        </a:xfrm>
      </p:grpSpPr>
      <p:sp>
        <p:nvSpPr>
          <p:cNvPr id="278" name="PlaceHolder 1">
            <a:extLst>
              <a:ext uri="{FF2B5EF4-FFF2-40B4-BE49-F238E27FC236}">
                <a16:creationId xmlns:a16="http://schemas.microsoft.com/office/drawing/2014/main" id="{3E22D2F2-D36E-4093-AB70-B659CA43CE7B}"/>
              </a:ext>
            </a:extLst>
          </p:cNvPr>
          <p:cNvSpPr>
            <a:spLocks noGrp="1"/>
          </p:cNvSpPr>
          <p:nvPr>
            <p:ph type="subTitle"/>
          </p:nvPr>
        </p:nvSpPr>
        <p:spPr>
          <a:xfrm>
            <a:off x="609480" y="273600"/>
            <a:ext cx="10972440" cy="5307840"/>
          </a:xfrm>
          <a:prstGeom prst="rect">
            <a:avLst/>
          </a:prstGeom>
        </p:spPr>
        <p:txBody>
          <a:bodyPr lIns="0" tIns="0" rIns="0" bIns="0" anchor="ctr">
            <a:noAutofit/>
          </a:bodyPr>
          <a:lstStyle/>
          <a:p>
            <a:pPr algn="ctr">
              <a:buNone/>
            </a:pPr>
            <a:endParaRPr sz="3200" b="0" strike="noStrike" spc="-1">
              <a:latin typeface="Arial"/>
              <a:ea typeface="Arial"/>
              <a:cs typeface="Arial"/>
            </a:endParaRPr>
          </a:p>
        </p:txBody>
      </p:sp>
    </p:spTree>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p:cSld name="Title, 2 Content and Content">
    <p:spTree>
      <p:nvGrpSpPr>
        <p:cNvPr id="1" name=""/>
        <p:cNvGrpSpPr/>
        <p:nvPr/>
      </p:nvGrpSpPr>
      <p:grpSpPr>
        <a:xfrm>
          <a:off x="0" y="0"/>
          <a:ext cx="0" cy="0"/>
          <a:chOff x="0" y="0"/>
          <a:chExt cx="0" cy="0"/>
        </a:xfrm>
      </p:grpSpPr>
      <p:sp>
        <p:nvSpPr>
          <p:cNvPr id="279" name="PlaceHolder 1">
            <a:extLst>
              <a:ext uri="{FF2B5EF4-FFF2-40B4-BE49-F238E27FC236}">
                <a16:creationId xmlns:a16="http://schemas.microsoft.com/office/drawing/2014/main" id="{BC81C0D4-941C-4B5E-B636-6EC4DDE7531C}"/>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280" name="PlaceHolder 2">
            <a:extLst>
              <a:ext uri="{FF2B5EF4-FFF2-40B4-BE49-F238E27FC236}">
                <a16:creationId xmlns:a16="http://schemas.microsoft.com/office/drawing/2014/main" id="{62845A23-A213-4362-87B0-F0AD7055FA4D}"/>
              </a:ext>
            </a:extLst>
          </p:cNvPr>
          <p:cNvSpPr>
            <a:spLocks noGrp="1"/>
          </p:cNvSpPr>
          <p:nvPr>
            <p:ph type="body"/>
          </p:nvPr>
        </p:nvSpPr>
        <p:spPr>
          <a:xfrm>
            <a:off x="609480" y="160452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281" name="PlaceHolder 3">
            <a:extLst>
              <a:ext uri="{FF2B5EF4-FFF2-40B4-BE49-F238E27FC236}">
                <a16:creationId xmlns:a16="http://schemas.microsoft.com/office/drawing/2014/main" id="{DDDAB137-C2FA-4832-89FB-5F3A77C0DC0A}"/>
              </a:ext>
            </a:extLst>
          </p:cNvPr>
          <p:cNvSpPr>
            <a:spLocks noGrp="1"/>
          </p:cNvSpPr>
          <p:nvPr>
            <p:ph type="body"/>
          </p:nvPr>
        </p:nvSpPr>
        <p:spPr>
          <a:xfrm>
            <a:off x="6231960" y="1604520"/>
            <a:ext cx="5354280" cy="397728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282" name="PlaceHolder 4">
            <a:extLst>
              <a:ext uri="{FF2B5EF4-FFF2-40B4-BE49-F238E27FC236}">
                <a16:creationId xmlns:a16="http://schemas.microsoft.com/office/drawing/2014/main" id="{9935B0BF-86B3-4F3B-8663-59BA0193F355}"/>
              </a:ext>
            </a:extLst>
          </p:cNvPr>
          <p:cNvSpPr>
            <a:spLocks noGrp="1"/>
          </p:cNvSpPr>
          <p:nvPr>
            <p:ph type="body"/>
          </p:nvPr>
        </p:nvSpPr>
        <p:spPr>
          <a:xfrm>
            <a:off x="609480" y="368208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p:cSld name="Title Content and 2 Content">
    <p:spTree>
      <p:nvGrpSpPr>
        <p:cNvPr id="1" name=""/>
        <p:cNvGrpSpPr/>
        <p:nvPr/>
      </p:nvGrpSpPr>
      <p:grpSpPr>
        <a:xfrm>
          <a:off x="0" y="0"/>
          <a:ext cx="0" cy="0"/>
          <a:chOff x="0" y="0"/>
          <a:chExt cx="0" cy="0"/>
        </a:xfrm>
      </p:grpSpPr>
      <p:sp>
        <p:nvSpPr>
          <p:cNvPr id="283" name="PlaceHolder 1">
            <a:extLst>
              <a:ext uri="{FF2B5EF4-FFF2-40B4-BE49-F238E27FC236}">
                <a16:creationId xmlns:a16="http://schemas.microsoft.com/office/drawing/2014/main" id="{27E4DFB8-62FB-4C55-98D1-61F803B2C263}"/>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284" name="PlaceHolder 2">
            <a:extLst>
              <a:ext uri="{FF2B5EF4-FFF2-40B4-BE49-F238E27FC236}">
                <a16:creationId xmlns:a16="http://schemas.microsoft.com/office/drawing/2014/main" id="{720FB4FD-E94A-43DF-A2DD-DC309E8D4AFC}"/>
              </a:ext>
            </a:extLst>
          </p:cNvPr>
          <p:cNvSpPr>
            <a:spLocks noGrp="1"/>
          </p:cNvSpPr>
          <p:nvPr>
            <p:ph type="body"/>
          </p:nvPr>
        </p:nvSpPr>
        <p:spPr>
          <a:xfrm>
            <a:off x="609480" y="1604520"/>
            <a:ext cx="5354280" cy="397728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285" name="PlaceHolder 3">
            <a:extLst>
              <a:ext uri="{FF2B5EF4-FFF2-40B4-BE49-F238E27FC236}">
                <a16:creationId xmlns:a16="http://schemas.microsoft.com/office/drawing/2014/main" id="{EB9269E5-4C85-4A6C-9516-F0923D2E40A6}"/>
              </a:ext>
            </a:extLst>
          </p:cNvPr>
          <p:cNvSpPr>
            <a:spLocks noGrp="1"/>
          </p:cNvSpPr>
          <p:nvPr>
            <p:ph type="body"/>
          </p:nvPr>
        </p:nvSpPr>
        <p:spPr>
          <a:xfrm>
            <a:off x="6231960" y="160452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286" name="PlaceHolder 4">
            <a:extLst>
              <a:ext uri="{FF2B5EF4-FFF2-40B4-BE49-F238E27FC236}">
                <a16:creationId xmlns:a16="http://schemas.microsoft.com/office/drawing/2014/main" id="{8F7919D1-542F-45F0-812B-74C1FFDDB2D8}"/>
              </a:ext>
            </a:extLst>
          </p:cNvPr>
          <p:cNvSpPr>
            <a:spLocks noGrp="1"/>
          </p:cNvSpPr>
          <p:nvPr>
            <p:ph type="body"/>
          </p:nvPr>
        </p:nvSpPr>
        <p:spPr>
          <a:xfrm>
            <a:off x="6231960" y="368208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p:cSld name="Title, 2 Content over Content">
    <p:spTree>
      <p:nvGrpSpPr>
        <p:cNvPr id="1" name=""/>
        <p:cNvGrpSpPr/>
        <p:nvPr/>
      </p:nvGrpSpPr>
      <p:grpSpPr>
        <a:xfrm>
          <a:off x="0" y="0"/>
          <a:ext cx="0" cy="0"/>
          <a:chOff x="0" y="0"/>
          <a:chExt cx="0" cy="0"/>
        </a:xfrm>
      </p:grpSpPr>
      <p:sp>
        <p:nvSpPr>
          <p:cNvPr id="287" name="PlaceHolder 1">
            <a:extLst>
              <a:ext uri="{FF2B5EF4-FFF2-40B4-BE49-F238E27FC236}">
                <a16:creationId xmlns:a16="http://schemas.microsoft.com/office/drawing/2014/main" id="{A1EBB560-F923-48DB-B9F9-0308A8CA162E}"/>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288" name="PlaceHolder 2">
            <a:extLst>
              <a:ext uri="{FF2B5EF4-FFF2-40B4-BE49-F238E27FC236}">
                <a16:creationId xmlns:a16="http://schemas.microsoft.com/office/drawing/2014/main" id="{7009595E-0ED3-462C-8D4B-8AD7FFC7D1FB}"/>
              </a:ext>
            </a:extLst>
          </p:cNvPr>
          <p:cNvSpPr>
            <a:spLocks noGrp="1"/>
          </p:cNvSpPr>
          <p:nvPr>
            <p:ph type="body"/>
          </p:nvPr>
        </p:nvSpPr>
        <p:spPr>
          <a:xfrm>
            <a:off x="609480" y="160452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289" name="PlaceHolder 3">
            <a:extLst>
              <a:ext uri="{FF2B5EF4-FFF2-40B4-BE49-F238E27FC236}">
                <a16:creationId xmlns:a16="http://schemas.microsoft.com/office/drawing/2014/main" id="{057C8F2F-D255-486A-9152-DA2A47FD9A2D}"/>
              </a:ext>
            </a:extLst>
          </p:cNvPr>
          <p:cNvSpPr>
            <a:spLocks noGrp="1"/>
          </p:cNvSpPr>
          <p:nvPr>
            <p:ph type="body"/>
          </p:nvPr>
        </p:nvSpPr>
        <p:spPr>
          <a:xfrm>
            <a:off x="6231960" y="160452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290" name="PlaceHolder 4">
            <a:extLst>
              <a:ext uri="{FF2B5EF4-FFF2-40B4-BE49-F238E27FC236}">
                <a16:creationId xmlns:a16="http://schemas.microsoft.com/office/drawing/2014/main" id="{172AF54F-D991-48ED-8149-D9207BBD21F6}"/>
              </a:ext>
            </a:extLst>
          </p:cNvPr>
          <p:cNvSpPr>
            <a:spLocks noGrp="1"/>
          </p:cNvSpPr>
          <p:nvPr>
            <p:ph type="body"/>
          </p:nvPr>
        </p:nvSpPr>
        <p:spPr>
          <a:xfrm>
            <a:off x="609480" y="3682080"/>
            <a:ext cx="109724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p:cSld name="Title, Content over Content">
    <p:spTree>
      <p:nvGrpSpPr>
        <p:cNvPr id="1" name=""/>
        <p:cNvGrpSpPr/>
        <p:nvPr/>
      </p:nvGrpSpPr>
      <p:grpSpPr>
        <a:xfrm>
          <a:off x="0" y="0"/>
          <a:ext cx="0" cy="0"/>
          <a:chOff x="0" y="0"/>
          <a:chExt cx="0" cy="0"/>
        </a:xfrm>
      </p:grpSpPr>
      <p:sp>
        <p:nvSpPr>
          <p:cNvPr id="291" name="PlaceHolder 1">
            <a:extLst>
              <a:ext uri="{FF2B5EF4-FFF2-40B4-BE49-F238E27FC236}">
                <a16:creationId xmlns:a16="http://schemas.microsoft.com/office/drawing/2014/main" id="{75DD044F-B7DB-4D24-86DF-092166591EC6}"/>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292" name="PlaceHolder 2">
            <a:extLst>
              <a:ext uri="{FF2B5EF4-FFF2-40B4-BE49-F238E27FC236}">
                <a16:creationId xmlns:a16="http://schemas.microsoft.com/office/drawing/2014/main" id="{FA64BC37-BA6B-4976-AB52-E6B5476370BB}"/>
              </a:ext>
            </a:extLst>
          </p:cNvPr>
          <p:cNvSpPr>
            <a:spLocks noGrp="1"/>
          </p:cNvSpPr>
          <p:nvPr>
            <p:ph type="body"/>
          </p:nvPr>
        </p:nvSpPr>
        <p:spPr>
          <a:xfrm>
            <a:off x="609480" y="1604520"/>
            <a:ext cx="109724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293" name="PlaceHolder 3">
            <a:extLst>
              <a:ext uri="{FF2B5EF4-FFF2-40B4-BE49-F238E27FC236}">
                <a16:creationId xmlns:a16="http://schemas.microsoft.com/office/drawing/2014/main" id="{A47F8A3C-ABC2-46A3-8041-50789AACEA41}"/>
              </a:ext>
            </a:extLst>
          </p:cNvPr>
          <p:cNvSpPr>
            <a:spLocks noGrp="1"/>
          </p:cNvSpPr>
          <p:nvPr>
            <p:ph type="body"/>
          </p:nvPr>
        </p:nvSpPr>
        <p:spPr>
          <a:xfrm>
            <a:off x="609480" y="3682080"/>
            <a:ext cx="109724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p:cSld name="Title, 4 Content">
    <p:spTree>
      <p:nvGrpSpPr>
        <p:cNvPr id="1" name=""/>
        <p:cNvGrpSpPr/>
        <p:nvPr/>
      </p:nvGrpSpPr>
      <p:grpSpPr>
        <a:xfrm>
          <a:off x="0" y="0"/>
          <a:ext cx="0" cy="0"/>
          <a:chOff x="0" y="0"/>
          <a:chExt cx="0" cy="0"/>
        </a:xfrm>
      </p:grpSpPr>
      <p:sp>
        <p:nvSpPr>
          <p:cNvPr id="294" name="PlaceHolder 1">
            <a:extLst>
              <a:ext uri="{FF2B5EF4-FFF2-40B4-BE49-F238E27FC236}">
                <a16:creationId xmlns:a16="http://schemas.microsoft.com/office/drawing/2014/main" id="{DAFDE688-815B-4719-A285-74888D35E289}"/>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295" name="PlaceHolder 2">
            <a:extLst>
              <a:ext uri="{FF2B5EF4-FFF2-40B4-BE49-F238E27FC236}">
                <a16:creationId xmlns:a16="http://schemas.microsoft.com/office/drawing/2014/main" id="{E743A035-7585-41AA-A26E-EB110C29E2CA}"/>
              </a:ext>
            </a:extLst>
          </p:cNvPr>
          <p:cNvSpPr>
            <a:spLocks noGrp="1"/>
          </p:cNvSpPr>
          <p:nvPr>
            <p:ph type="body"/>
          </p:nvPr>
        </p:nvSpPr>
        <p:spPr>
          <a:xfrm>
            <a:off x="609480" y="160452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296" name="PlaceHolder 3">
            <a:extLst>
              <a:ext uri="{FF2B5EF4-FFF2-40B4-BE49-F238E27FC236}">
                <a16:creationId xmlns:a16="http://schemas.microsoft.com/office/drawing/2014/main" id="{AC04AD1D-C450-46E3-87C4-205B7F5B3FBF}"/>
              </a:ext>
            </a:extLst>
          </p:cNvPr>
          <p:cNvSpPr>
            <a:spLocks noGrp="1"/>
          </p:cNvSpPr>
          <p:nvPr>
            <p:ph type="body"/>
          </p:nvPr>
        </p:nvSpPr>
        <p:spPr>
          <a:xfrm>
            <a:off x="6231960" y="160452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297" name="PlaceHolder 4">
            <a:extLst>
              <a:ext uri="{FF2B5EF4-FFF2-40B4-BE49-F238E27FC236}">
                <a16:creationId xmlns:a16="http://schemas.microsoft.com/office/drawing/2014/main" id="{FE604D92-694A-4292-A01E-33C478ED624E}"/>
              </a:ext>
            </a:extLst>
          </p:cNvPr>
          <p:cNvSpPr>
            <a:spLocks noGrp="1"/>
          </p:cNvSpPr>
          <p:nvPr>
            <p:ph type="body"/>
          </p:nvPr>
        </p:nvSpPr>
        <p:spPr>
          <a:xfrm>
            <a:off x="609480" y="368208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298" name="PlaceHolder 5">
            <a:extLst>
              <a:ext uri="{FF2B5EF4-FFF2-40B4-BE49-F238E27FC236}">
                <a16:creationId xmlns:a16="http://schemas.microsoft.com/office/drawing/2014/main" id="{BBEDA656-2368-4B98-BDB7-528A0614E782}"/>
              </a:ext>
            </a:extLst>
          </p:cNvPr>
          <p:cNvSpPr>
            <a:spLocks noGrp="1"/>
          </p:cNvSpPr>
          <p:nvPr>
            <p:ph type="body"/>
          </p:nvPr>
        </p:nvSpPr>
        <p:spPr>
          <a:xfrm>
            <a:off x="6231960" y="3682080"/>
            <a:ext cx="535428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299" name="PlaceHolder 1">
            <a:extLst>
              <a:ext uri="{FF2B5EF4-FFF2-40B4-BE49-F238E27FC236}">
                <a16:creationId xmlns:a16="http://schemas.microsoft.com/office/drawing/2014/main" id="{F5797D40-2AD7-4EBD-8ADB-664195EDA04B}"/>
              </a:ext>
            </a:extLst>
          </p:cNvPr>
          <p:cNvSpPr>
            <a:spLocks noGrp="1"/>
          </p:cNvSpPr>
          <p:nvPr>
            <p:ph type="title"/>
          </p:nvPr>
        </p:nvSpPr>
        <p:spPr>
          <a:xfrm>
            <a:off x="609480" y="273600"/>
            <a:ext cx="10972440" cy="1144800"/>
          </a:xfrm>
          <a:prstGeom prst="rect">
            <a:avLst/>
          </a:prstGeom>
        </p:spPr>
        <p:txBody>
          <a:bodyPr lIns="0" tIns="0" rIns="0" bIns="0" anchor="ctr">
            <a:noAutofit/>
          </a:bodyPr>
          <a:lstStyle/>
          <a:p>
            <a:endParaRPr sz="1800" b="0" strike="noStrike" spc="-1">
              <a:solidFill>
                <a:srgbClr val="000000"/>
              </a:solidFill>
              <a:latin typeface="Calibri"/>
              <a:ea typeface="Calibri"/>
              <a:cs typeface="Calibri"/>
            </a:endParaRPr>
          </a:p>
        </p:txBody>
      </p:sp>
      <p:sp>
        <p:nvSpPr>
          <p:cNvPr id="300" name="PlaceHolder 2">
            <a:extLst>
              <a:ext uri="{FF2B5EF4-FFF2-40B4-BE49-F238E27FC236}">
                <a16:creationId xmlns:a16="http://schemas.microsoft.com/office/drawing/2014/main" id="{28DEC02E-1229-4E1F-962A-B514F2721C0D}"/>
              </a:ext>
            </a:extLst>
          </p:cNvPr>
          <p:cNvSpPr>
            <a:spLocks noGrp="1"/>
          </p:cNvSpPr>
          <p:nvPr>
            <p:ph type="body"/>
          </p:nvPr>
        </p:nvSpPr>
        <p:spPr>
          <a:xfrm>
            <a:off x="609480" y="1604520"/>
            <a:ext cx="35330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301" name="PlaceHolder 3">
            <a:extLst>
              <a:ext uri="{FF2B5EF4-FFF2-40B4-BE49-F238E27FC236}">
                <a16:creationId xmlns:a16="http://schemas.microsoft.com/office/drawing/2014/main" id="{8697D6E2-91B8-4BDF-A46B-CA53559F7462}"/>
              </a:ext>
            </a:extLst>
          </p:cNvPr>
          <p:cNvSpPr>
            <a:spLocks noGrp="1"/>
          </p:cNvSpPr>
          <p:nvPr>
            <p:ph type="body"/>
          </p:nvPr>
        </p:nvSpPr>
        <p:spPr>
          <a:xfrm>
            <a:off x="4319640" y="1604520"/>
            <a:ext cx="35330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302" name="PlaceHolder 4">
            <a:extLst>
              <a:ext uri="{FF2B5EF4-FFF2-40B4-BE49-F238E27FC236}">
                <a16:creationId xmlns:a16="http://schemas.microsoft.com/office/drawing/2014/main" id="{08993661-F65F-46C4-BFD0-6BFDA3A09F6E}"/>
              </a:ext>
            </a:extLst>
          </p:cNvPr>
          <p:cNvSpPr>
            <a:spLocks noGrp="1"/>
          </p:cNvSpPr>
          <p:nvPr>
            <p:ph type="body"/>
          </p:nvPr>
        </p:nvSpPr>
        <p:spPr>
          <a:xfrm>
            <a:off x="8029800" y="1604520"/>
            <a:ext cx="35330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303" name="PlaceHolder 5">
            <a:extLst>
              <a:ext uri="{FF2B5EF4-FFF2-40B4-BE49-F238E27FC236}">
                <a16:creationId xmlns:a16="http://schemas.microsoft.com/office/drawing/2014/main" id="{E0E9007E-706E-462D-BC58-EEFF1CADC549}"/>
              </a:ext>
            </a:extLst>
          </p:cNvPr>
          <p:cNvSpPr>
            <a:spLocks noGrp="1"/>
          </p:cNvSpPr>
          <p:nvPr>
            <p:ph type="body"/>
          </p:nvPr>
        </p:nvSpPr>
        <p:spPr>
          <a:xfrm>
            <a:off x="609480" y="3682080"/>
            <a:ext cx="35330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304" name="PlaceHolder 6">
            <a:extLst>
              <a:ext uri="{FF2B5EF4-FFF2-40B4-BE49-F238E27FC236}">
                <a16:creationId xmlns:a16="http://schemas.microsoft.com/office/drawing/2014/main" id="{9977D28C-F65F-4556-A3D0-A9409AD14A85}"/>
              </a:ext>
            </a:extLst>
          </p:cNvPr>
          <p:cNvSpPr>
            <a:spLocks noGrp="1"/>
          </p:cNvSpPr>
          <p:nvPr>
            <p:ph type="body"/>
          </p:nvPr>
        </p:nvSpPr>
        <p:spPr>
          <a:xfrm>
            <a:off x="4319640" y="3682080"/>
            <a:ext cx="35330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
        <p:nvSpPr>
          <p:cNvPr id="305" name="PlaceHolder 7">
            <a:extLst>
              <a:ext uri="{FF2B5EF4-FFF2-40B4-BE49-F238E27FC236}">
                <a16:creationId xmlns:a16="http://schemas.microsoft.com/office/drawing/2014/main" id="{F6BDB51C-2743-4BAA-9148-289FD62ED339}"/>
              </a:ext>
            </a:extLst>
          </p:cNvPr>
          <p:cNvSpPr>
            <a:spLocks noGrp="1"/>
          </p:cNvSpPr>
          <p:nvPr>
            <p:ph type="body"/>
          </p:nvPr>
        </p:nvSpPr>
        <p:spPr>
          <a:xfrm>
            <a:off x="8029800" y="3682080"/>
            <a:ext cx="3533040" cy="1896840"/>
          </a:xfrm>
          <a:prstGeom prst="rect">
            <a:avLst/>
          </a:prstGeom>
        </p:spPr>
        <p:txBody>
          <a:bodyPr lIns="0" tIns="0" rIns="0" bIns="0">
            <a:normAutofit/>
          </a:bodyPr>
          <a:lstStyle/>
          <a:p>
            <a:endParaRPr sz="2800" b="0" strike="noStrike" spc="-1">
              <a:solidFill>
                <a:srgbClr val="000000"/>
              </a:solidFill>
              <a:latin typeface="Calibri"/>
              <a:ea typeface="Calibri"/>
              <a:cs typeface="Calibri"/>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 Id="rId1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 Id="rId9" Type="http://schemas.openxmlformats.org/officeDocument/2006/relationships/slideLayout" Target="../slideLayouts/slideLayout21.xml"/><Relationship Id="rId10" Type="http://schemas.openxmlformats.org/officeDocument/2006/relationships/slideLayout" Target="../slideLayouts/slideLayout22.xml"/><Relationship Id="rId11" Type="http://schemas.openxmlformats.org/officeDocument/2006/relationships/slideLayout" Target="../slideLayouts/slideLayout23.xml"/><Relationship Id="rId12" Type="http://schemas.openxmlformats.org/officeDocument/2006/relationships/slideLayout" Target="../slideLayouts/slideLayout24.xml"/><Relationship Id="rId13" Type="http://schemas.openxmlformats.org/officeDocument/2006/relationships/theme" Target="../theme/theme2.xml"/><Relationship Id="rId14" Type="http://schemas.openxmlformats.org/officeDocument/2006/relationships/image" Target="../media/image2.pn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slideLayout" Target="../slideLayouts/slideLayout26.xml"/><Relationship Id="rId3" Type="http://schemas.openxmlformats.org/officeDocument/2006/relationships/slideLayout" Target="../slideLayouts/slideLayout27.xml"/><Relationship Id="rId4" Type="http://schemas.openxmlformats.org/officeDocument/2006/relationships/slideLayout" Target="../slideLayouts/slideLayout28.xml"/><Relationship Id="rId5" Type="http://schemas.openxmlformats.org/officeDocument/2006/relationships/slideLayout" Target="../slideLayouts/slideLayout29.xml"/><Relationship Id="rId6" Type="http://schemas.openxmlformats.org/officeDocument/2006/relationships/slideLayout" Target="../slideLayouts/slideLayout30.xml"/><Relationship Id="rId7" Type="http://schemas.openxmlformats.org/officeDocument/2006/relationships/slideLayout" Target="../slideLayouts/slideLayout31.xml"/><Relationship Id="rId8" Type="http://schemas.openxmlformats.org/officeDocument/2006/relationships/slideLayout" Target="../slideLayouts/slideLayout32.xml"/><Relationship Id="rId9" Type="http://schemas.openxmlformats.org/officeDocument/2006/relationships/slideLayout" Target="../slideLayouts/slideLayout33.xml"/><Relationship Id="rId10" Type="http://schemas.openxmlformats.org/officeDocument/2006/relationships/slideLayout" Target="../slideLayouts/slideLayout34.xml"/><Relationship Id="rId11" Type="http://schemas.openxmlformats.org/officeDocument/2006/relationships/slideLayout" Target="../slideLayouts/slideLayout35.xml"/><Relationship Id="rId12" Type="http://schemas.openxmlformats.org/officeDocument/2006/relationships/slideLayout" Target="../slideLayouts/slideLayout36.xml"/><Relationship Id="rId13" Type="http://schemas.openxmlformats.org/officeDocument/2006/relationships/theme" Target="../theme/theme3.xml"/><Relationship Id="rId14" Type="http://schemas.openxmlformats.org/officeDocument/2006/relationships/image" Target="../media/image3.png"/></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slideLayout" Target="../slideLayouts/slideLayout38.xml"/><Relationship Id="rId3" Type="http://schemas.openxmlformats.org/officeDocument/2006/relationships/slideLayout" Target="../slideLayouts/slideLayout39.xml"/><Relationship Id="rId4" Type="http://schemas.openxmlformats.org/officeDocument/2006/relationships/slideLayout" Target="../slideLayouts/slideLayout40.xml"/><Relationship Id="rId5" Type="http://schemas.openxmlformats.org/officeDocument/2006/relationships/slideLayout" Target="../slideLayouts/slideLayout41.xml"/><Relationship Id="rId6" Type="http://schemas.openxmlformats.org/officeDocument/2006/relationships/slideLayout" Target="../slideLayouts/slideLayout42.xml"/><Relationship Id="rId7" Type="http://schemas.openxmlformats.org/officeDocument/2006/relationships/slideLayout" Target="../slideLayouts/slideLayout43.xml"/><Relationship Id="rId8" Type="http://schemas.openxmlformats.org/officeDocument/2006/relationships/slideLayout" Target="../slideLayouts/slideLayout44.xml"/><Relationship Id="rId9" Type="http://schemas.openxmlformats.org/officeDocument/2006/relationships/slideLayout" Target="../slideLayouts/slideLayout45.xml"/><Relationship Id="rId10" Type="http://schemas.openxmlformats.org/officeDocument/2006/relationships/slideLayout" Target="../slideLayouts/slideLayout46.xml"/><Relationship Id="rId11" Type="http://schemas.openxmlformats.org/officeDocument/2006/relationships/slideLayout" Target="../slideLayouts/slideLayout47.xml"/><Relationship Id="rId12" Type="http://schemas.openxmlformats.org/officeDocument/2006/relationships/slideLayout" Target="../slideLayouts/slideLayout48.xml"/><Relationship Id="rId13" Type="http://schemas.openxmlformats.org/officeDocument/2006/relationships/theme" Target="../theme/theme4.xml"/><Relationship Id="rId14" Type="http://schemas.openxmlformats.org/officeDocument/2006/relationships/image" Target="../media/image4.png"/></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49.xml"/><Relationship Id="rId2" Type="http://schemas.openxmlformats.org/officeDocument/2006/relationships/slideLayout" Target="../slideLayouts/slideLayout50.xml"/><Relationship Id="rId3" Type="http://schemas.openxmlformats.org/officeDocument/2006/relationships/slideLayout" Target="../slideLayouts/slideLayout51.xml"/><Relationship Id="rId4" Type="http://schemas.openxmlformats.org/officeDocument/2006/relationships/slideLayout" Target="../slideLayouts/slideLayout52.xml"/><Relationship Id="rId5" Type="http://schemas.openxmlformats.org/officeDocument/2006/relationships/slideLayout" Target="../slideLayouts/slideLayout53.xml"/><Relationship Id="rId6" Type="http://schemas.openxmlformats.org/officeDocument/2006/relationships/slideLayout" Target="../slideLayouts/slideLayout54.xml"/><Relationship Id="rId7" Type="http://schemas.openxmlformats.org/officeDocument/2006/relationships/slideLayout" Target="../slideLayouts/slideLayout55.xml"/><Relationship Id="rId8" Type="http://schemas.openxmlformats.org/officeDocument/2006/relationships/slideLayout" Target="../slideLayouts/slideLayout56.xml"/><Relationship Id="rId9" Type="http://schemas.openxmlformats.org/officeDocument/2006/relationships/slideLayout" Target="../slideLayouts/slideLayout57.xml"/><Relationship Id="rId10" Type="http://schemas.openxmlformats.org/officeDocument/2006/relationships/slideLayout" Target="../slideLayouts/slideLayout58.xml"/><Relationship Id="rId11" Type="http://schemas.openxmlformats.org/officeDocument/2006/relationships/slideLayout" Target="../slideLayouts/slideLayout59.xml"/><Relationship Id="rId12" Type="http://schemas.openxmlformats.org/officeDocument/2006/relationships/slideLayout" Target="../slideLayouts/slideLayout60.xml"/><Relationship Id="rId13" Type="http://schemas.openxmlformats.org/officeDocument/2006/relationships/theme" Target="../theme/theme5.xml"/><Relationship Id="rId14" Type="http://schemas.openxmlformats.org/officeDocument/2006/relationships/image" Target="../media/image5.png"/></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61.xml"/><Relationship Id="rId2" Type="http://schemas.openxmlformats.org/officeDocument/2006/relationships/slideLayout" Target="../slideLayouts/slideLayout62.xml"/><Relationship Id="rId3" Type="http://schemas.openxmlformats.org/officeDocument/2006/relationships/slideLayout" Target="../slideLayouts/slideLayout63.xml"/><Relationship Id="rId4" Type="http://schemas.openxmlformats.org/officeDocument/2006/relationships/slideLayout" Target="../slideLayouts/slideLayout64.xml"/><Relationship Id="rId5" Type="http://schemas.openxmlformats.org/officeDocument/2006/relationships/slideLayout" Target="../slideLayouts/slideLayout65.xml"/><Relationship Id="rId6" Type="http://schemas.openxmlformats.org/officeDocument/2006/relationships/slideLayout" Target="../slideLayouts/slideLayout66.xml"/><Relationship Id="rId7" Type="http://schemas.openxmlformats.org/officeDocument/2006/relationships/slideLayout" Target="../slideLayouts/slideLayout67.xml"/><Relationship Id="rId8" Type="http://schemas.openxmlformats.org/officeDocument/2006/relationships/slideLayout" Target="../slideLayouts/slideLayout68.xml"/><Relationship Id="rId9" Type="http://schemas.openxmlformats.org/officeDocument/2006/relationships/slideLayout" Target="../slideLayouts/slideLayout69.xml"/><Relationship Id="rId10" Type="http://schemas.openxmlformats.org/officeDocument/2006/relationships/slideLayout" Target="../slideLayouts/slideLayout70.xml"/><Relationship Id="rId11" Type="http://schemas.openxmlformats.org/officeDocument/2006/relationships/slideLayout" Target="../slideLayouts/slideLayout71.xml"/><Relationship Id="rId12" Type="http://schemas.openxmlformats.org/officeDocument/2006/relationships/slideLayout" Target="../slideLayouts/slideLayout72.xml"/><Relationship Id="rId13" Type="http://schemas.openxmlformats.org/officeDocument/2006/relationships/theme" Target="../theme/theme6.xml"/><Relationship Id="rId14" Type="http://schemas.openxmlformats.org/officeDocument/2006/relationships/image" Target="../media/image6.png"/></Relationships>
</file>

<file path=ppt/slideMasters/_rels/slideMaster7.xml.rels><?xml version='1.0' encoding='UTF-8' standalone='yes'?>
<Relationships xmlns="http://schemas.openxmlformats.org/package/2006/relationships"><Relationship Id="rId1" Type="http://schemas.openxmlformats.org/officeDocument/2006/relationships/slideLayout" Target="../slideLayouts/slideLayout73.xml"/><Relationship Id="rId2" Type="http://schemas.openxmlformats.org/officeDocument/2006/relationships/slideLayout" Target="../slideLayouts/slideLayout74.xml"/><Relationship Id="rId3" Type="http://schemas.openxmlformats.org/officeDocument/2006/relationships/slideLayout" Target="../slideLayouts/slideLayout75.xml"/><Relationship Id="rId4" Type="http://schemas.openxmlformats.org/officeDocument/2006/relationships/slideLayout" Target="../slideLayouts/slideLayout76.xml"/><Relationship Id="rId5" Type="http://schemas.openxmlformats.org/officeDocument/2006/relationships/slideLayout" Target="../slideLayouts/slideLayout77.xml"/><Relationship Id="rId6" Type="http://schemas.openxmlformats.org/officeDocument/2006/relationships/slideLayout" Target="../slideLayouts/slideLayout78.xml"/><Relationship Id="rId7" Type="http://schemas.openxmlformats.org/officeDocument/2006/relationships/slideLayout" Target="../slideLayouts/slideLayout79.xml"/><Relationship Id="rId8" Type="http://schemas.openxmlformats.org/officeDocument/2006/relationships/slideLayout" Target="../slideLayouts/slideLayout80.xml"/><Relationship Id="rId9" Type="http://schemas.openxmlformats.org/officeDocument/2006/relationships/slideLayout" Target="../slideLayouts/slideLayout81.xml"/><Relationship Id="rId10" Type="http://schemas.openxmlformats.org/officeDocument/2006/relationships/slideLayout" Target="../slideLayouts/slideLayout82.xml"/><Relationship Id="rId11" Type="http://schemas.openxmlformats.org/officeDocument/2006/relationships/slideLayout" Target="../slideLayouts/slideLayout83.xml"/><Relationship Id="rId12" Type="http://schemas.openxmlformats.org/officeDocument/2006/relationships/slideLayout" Target="../slideLayouts/slideLayout84.xml"/><Relationship Id="rId13" Type="http://schemas.openxmlformats.org/officeDocument/2006/relationships/theme" Target="../theme/theme7.xml"/><Relationship Id="rId14" Type="http://schemas.openxmlformats.org/officeDocument/2006/relationships/image" Target="../media/image7.png"/></Relationships>
</file>

<file path=ppt/slideMasters/_rels/slideMaster8.xml.rels><?xml version='1.0' encoding='UTF-8' standalone='yes'?>
<Relationships xmlns="http://schemas.openxmlformats.org/package/2006/relationships"><Relationship Id="rId1" Type="http://schemas.openxmlformats.org/officeDocument/2006/relationships/slideLayout" Target="../slideLayouts/slideLayout85.xml"/><Relationship Id="rId2" Type="http://schemas.openxmlformats.org/officeDocument/2006/relationships/slideLayout" Target="../slideLayouts/slideLayout86.xml"/><Relationship Id="rId3" Type="http://schemas.openxmlformats.org/officeDocument/2006/relationships/slideLayout" Target="../slideLayouts/slideLayout87.xml"/><Relationship Id="rId4" Type="http://schemas.openxmlformats.org/officeDocument/2006/relationships/slideLayout" Target="../slideLayouts/slideLayout88.xml"/><Relationship Id="rId5" Type="http://schemas.openxmlformats.org/officeDocument/2006/relationships/slideLayout" Target="../slideLayouts/slideLayout89.xml"/><Relationship Id="rId6" Type="http://schemas.openxmlformats.org/officeDocument/2006/relationships/slideLayout" Target="../slideLayouts/slideLayout90.xml"/><Relationship Id="rId7" Type="http://schemas.openxmlformats.org/officeDocument/2006/relationships/slideLayout" Target="../slideLayouts/slideLayout91.xml"/><Relationship Id="rId8" Type="http://schemas.openxmlformats.org/officeDocument/2006/relationships/slideLayout" Target="../slideLayouts/slideLayout92.xml"/><Relationship Id="rId9" Type="http://schemas.openxmlformats.org/officeDocument/2006/relationships/slideLayout" Target="../slideLayouts/slideLayout93.xml"/><Relationship Id="rId10" Type="http://schemas.openxmlformats.org/officeDocument/2006/relationships/slideLayout" Target="../slideLayouts/slideLayout94.xml"/><Relationship Id="rId11" Type="http://schemas.openxmlformats.org/officeDocument/2006/relationships/slideLayout" Target="../slideLayouts/slideLayout95.xml"/><Relationship Id="rId12" Type="http://schemas.openxmlformats.org/officeDocument/2006/relationships/slideLayout" Target="../slideLayouts/slideLayout96.xml"/><Relationship Id="rId13" Type="http://schemas.openxmlformats.org/officeDocument/2006/relationships/theme" Target="../theme/theme8.xml"/><Relationship Id="rId14" Type="http://schemas.openxmlformats.org/officeDocument/2006/relationships/image" Target="../media/image6.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rotWithShape="0">
          <a:blip r:embed="rId14"/>
          <a:stretch>
            <a:fillRect/>
          </a:stretch>
        </a:blipFill>
        <a:effectLst/>
      </p:bgPr>
    </p:bg>
    <p:spTree>
      <p:nvGrpSpPr>
        <p:cNvPr id="1" name=""/>
        <p:cNvGrpSpPr/>
        <p:nvPr/>
      </p:nvGrpSpPr>
      <p:grpSpPr>
        <a:xfrm>
          <a:off x="0" y="0"/>
          <a:ext cx="0" cy="0"/>
          <a:chOff x="0" y="0"/>
          <a:chExt cx="0" cy="0"/>
        </a:xfrm>
      </p:grpSpPr>
      <p:sp>
        <p:nvSpPr>
          <p:cNvPr id="2" name="PlaceHolder 1">
            <a:extLst>
              <a:ext uri="{FF2B5EF4-FFF2-40B4-BE49-F238E27FC236}">
                <a16:creationId xmlns:a16="http://schemas.microsoft.com/office/drawing/2014/main" id="{1D90E9D0-B5A8-463A-9DB0-5428B36055E0}"/>
              </a:ext>
            </a:extLst>
          </p:cNvPr>
          <p:cNvSpPr>
            <a:spLocks noGrp="1"/>
          </p:cNvSpPr>
          <p:nvPr>
            <p:ph type="title"/>
          </p:nvPr>
        </p:nvSpPr>
        <p:spPr>
          <a:xfrm>
            <a:off x="609480" y="273600"/>
            <a:ext cx="10972440" cy="1144800"/>
          </a:xfrm>
          <a:prstGeom prst="rect">
            <a:avLst/>
          </a:prstGeom>
        </p:spPr>
        <p:txBody>
          <a:bodyPr lIns="0" tIns="0" rIns="0" bIns="0" anchor="ctr">
            <a:noAutofit/>
          </a:bodyPr>
          <a:lstStyle/>
          <a:p>
            <a:r>
              <a:rPr sz="1800" b="0" strike="noStrike" spc="-1">
                <a:solidFill>
                  <a:srgbClr val="000000"/>
                </a:solidFill>
                <a:latin typeface="Calibri"/>
                <a:ea typeface="Calibri"/>
                <a:cs typeface="Calibri"/>
              </a:rPr>
              <a:t>Click to edit the title text format</a:t>
            </a:r>
          </a:p>
        </p:txBody>
      </p:sp>
      <p:sp>
        <p:nvSpPr>
          <p:cNvPr id="3" name="PlaceHolder 2">
            <a:extLst>
              <a:ext uri="{FF2B5EF4-FFF2-40B4-BE49-F238E27FC236}">
                <a16:creationId xmlns:a16="http://schemas.microsoft.com/office/drawing/2014/main" id="{BB73EBD6-BBA5-4D2A-A4AE-48E8C2C768AC}"/>
              </a:ext>
            </a:extLst>
          </p:cNvPr>
          <p:cNvSpPr>
            <a:spLocks noGrp="1"/>
          </p:cNvSpPr>
          <p:nvPr>
            <p:ph type="body"/>
          </p:nvPr>
        </p:nvSpPr>
        <p:spPr>
          <a:xfrm>
            <a:off x="609480" y="1604520"/>
            <a:ext cx="10972440" cy="3977280"/>
          </a:xfrm>
          <a:prstGeom prst="rect">
            <a:avLst/>
          </a:prstGeom>
        </p:spPr>
        <p:txBody>
          <a:bodyPr lIns="0" tIns="0" rIns="0" bIns="0">
            <a:normAutofit/>
          </a:bodyPr>
          <a:lstStyle/>
          <a:p>
            <a:pPr marL="432000" indent="-324000">
              <a:spcBef>
                <a:spcPts val="1417"/>
              </a:spcBef>
              <a:buClr>
                <a:srgbClr val="FFFFFF"/>
              </a:buClr>
              <a:buSzPct val="45000"/>
              <a:buFont typeface="Wingdings"/>
              <a:buChar char=""/>
            </a:pPr>
            <a:r>
              <a:rPr sz="2800" b="0" strike="noStrike" spc="-1">
                <a:solidFill>
                  <a:srgbClr val="000000"/>
                </a:solidFill>
                <a:latin typeface="Calibri"/>
                <a:ea typeface="Calibri"/>
                <a:cs typeface="Calibri"/>
              </a:rPr>
              <a:t>Click to edit the outline text format</a:t>
            </a:r>
          </a:p>
          <a:p>
            <a:pPr marL="864000" lvl="1" indent="-324000">
              <a:spcBef>
                <a:spcPts val="1134"/>
              </a:spcBef>
              <a:buClr>
                <a:srgbClr val="FFFFFF"/>
              </a:buClr>
              <a:buSzPct val="75000"/>
              <a:buFont typeface="Symbol"/>
              <a:buChar char=""/>
            </a:pPr>
            <a:r>
              <a:rPr sz="2000" b="0" strike="noStrike" spc="-1">
                <a:solidFill>
                  <a:srgbClr val="000000"/>
                </a:solidFill>
                <a:latin typeface="Calibri"/>
                <a:ea typeface="Calibri"/>
                <a:cs typeface="Calibri"/>
              </a:rPr>
              <a:t>Second Outline Level</a:t>
            </a:r>
          </a:p>
          <a:p>
            <a:pPr marL="1296000" lvl="2" indent="-288000">
              <a:spcBef>
                <a:spcPts val="850"/>
              </a:spcBef>
              <a:buClr>
                <a:srgbClr val="FFFFFF"/>
              </a:buClr>
              <a:buSzPct val="45000"/>
              <a:buFont typeface="Wingdings"/>
              <a:buChar char=""/>
            </a:pPr>
            <a:r>
              <a:rPr sz="1800" b="0" strike="noStrike" spc="-1">
                <a:solidFill>
                  <a:srgbClr val="000000"/>
                </a:solidFill>
                <a:latin typeface="Calibri"/>
                <a:ea typeface="Calibri"/>
                <a:cs typeface="Calibri"/>
              </a:rPr>
              <a:t>Third Outline Level</a:t>
            </a:r>
          </a:p>
          <a:p>
            <a:pPr marL="1728000" lvl="3" indent="-216000">
              <a:spcBef>
                <a:spcPts val="567"/>
              </a:spcBef>
              <a:buClr>
                <a:srgbClr val="FFFFFF"/>
              </a:buClr>
              <a:buSzPct val="75000"/>
              <a:buFont typeface="Symbol"/>
              <a:buChar char=""/>
            </a:pPr>
            <a:r>
              <a:rPr sz="1800" b="0" strike="noStrike" spc="-1">
                <a:solidFill>
                  <a:srgbClr val="000000"/>
                </a:solidFill>
                <a:latin typeface="Calibri"/>
                <a:ea typeface="Calibri"/>
                <a:cs typeface="Calibri"/>
              </a:rPr>
              <a:t>Fourth Outline Level</a:t>
            </a:r>
          </a:p>
          <a:p>
            <a:pPr marL="2160000" lvl="4" indent="-216000">
              <a:spcBef>
                <a:spcPts val="283"/>
              </a:spcBef>
              <a:buClr>
                <a:srgbClr val="FFFFFF"/>
              </a:buClr>
              <a:buSzPct val="45000"/>
              <a:buFont typeface="Wingdings"/>
              <a:buChar char=""/>
            </a:pPr>
            <a:r>
              <a:rPr sz="2000" b="0" strike="noStrike" spc="-1">
                <a:solidFill>
                  <a:srgbClr val="000000"/>
                </a:solidFill>
                <a:latin typeface="Calibri"/>
                <a:ea typeface="Calibri"/>
                <a:cs typeface="Calibri"/>
              </a:rPr>
              <a:t>Fifth Outline Level</a:t>
            </a:r>
          </a:p>
          <a:p>
            <a:pPr marL="2592000" lvl="5" indent="-216000">
              <a:spcBef>
                <a:spcPts val="283"/>
              </a:spcBef>
              <a:buClr>
                <a:srgbClr val="FFFFFF"/>
              </a:buClr>
              <a:buSzPct val="45000"/>
              <a:buFont typeface="Wingdings"/>
              <a:buChar char=""/>
            </a:pPr>
            <a:r>
              <a:rPr sz="2000" b="0" strike="noStrike" spc="-1">
                <a:solidFill>
                  <a:srgbClr val="000000"/>
                </a:solidFill>
                <a:latin typeface="Calibri"/>
                <a:ea typeface="Calibri"/>
                <a:cs typeface="Calibri"/>
              </a:rPr>
              <a:t>Sixth Outline Level</a:t>
            </a:r>
          </a:p>
          <a:p>
            <a:pPr marL="3024000" lvl="6" indent="-216000">
              <a:spcBef>
                <a:spcPts val="283"/>
              </a:spcBef>
              <a:buClr>
                <a:srgbClr val="FFFFFF"/>
              </a:buClr>
              <a:buSzPct val="45000"/>
              <a:buFont typeface="Wingdings"/>
              <a:buChar char=""/>
            </a:pPr>
            <a:r>
              <a:rPr sz="2000" b="0" strike="noStrike" spc="-1">
                <a:solidFill>
                  <a:srgbClr val="000000"/>
                </a:solidFill>
                <a:latin typeface="Calibri"/>
                <a:ea typeface="Calibri"/>
                <a:cs typeface="Calibri"/>
              </a:rPr>
              <a:t>Seventh Outline Level</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a:lnSpc>
          <a:spcPct val="90000"/>
        </a:lnSpc>
        <a:spcBef>
          <a:spcPct val="0"/>
        </a:spcBef>
        <a:buNone/>
        <a:defRPr sz="4400" kern="1200">
          <a:solidFill>
            <a:schemeClr val="tx1"/>
          </a:solidFill>
          <a:latin typeface="+mj-lt"/>
          <a:ea typeface="+mj-lt"/>
          <a:cs typeface="+mj-lt"/>
        </a:defRPr>
      </a:lvl1pPr>
    </p:titleStyle>
    <p:bodyStyle>
      <a:lvl1pPr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rotWithShape="0">
          <a:blip r:embed="rId14"/>
          <a:stretch>
            <a:fillRect/>
          </a:stretch>
        </a:blipFill>
        <a:effectLst/>
      </p:bgPr>
    </p:bg>
    <p:spTree>
      <p:nvGrpSpPr>
        <p:cNvPr id="1" name=""/>
        <p:cNvGrpSpPr/>
        <p:nvPr/>
      </p:nvGrpSpPr>
      <p:grpSpPr>
        <a:xfrm>
          <a:off x="0" y="0"/>
          <a:ext cx="0" cy="0"/>
          <a:chOff x="0" y="0"/>
          <a:chExt cx="0" cy="0"/>
        </a:xfrm>
      </p:grpSpPr>
      <p:sp>
        <p:nvSpPr>
          <p:cNvPr id="38" name="PlaceHolder 1">
            <a:extLst>
              <a:ext uri="{FF2B5EF4-FFF2-40B4-BE49-F238E27FC236}">
                <a16:creationId xmlns:a16="http://schemas.microsoft.com/office/drawing/2014/main" id="{F10A4C01-7EC0-4A9B-AB9B-9C5257F005C3}"/>
              </a:ext>
            </a:extLst>
          </p:cNvPr>
          <p:cNvSpPr>
            <a:spLocks noGrp="1"/>
          </p:cNvSpPr>
          <p:nvPr>
            <p:ph type="title"/>
          </p:nvPr>
        </p:nvSpPr>
        <p:spPr>
          <a:xfrm>
            <a:off x="609480" y="273600"/>
            <a:ext cx="10972440" cy="1144800"/>
          </a:xfrm>
          <a:prstGeom prst="rect">
            <a:avLst/>
          </a:prstGeom>
        </p:spPr>
        <p:txBody>
          <a:bodyPr lIns="0" tIns="0" rIns="0" bIns="0" anchor="ctr">
            <a:noAutofit/>
          </a:bodyPr>
          <a:lstStyle/>
          <a:p>
            <a:r>
              <a:rPr sz="1800" b="0" strike="noStrike" spc="-1">
                <a:solidFill>
                  <a:srgbClr val="000000"/>
                </a:solidFill>
                <a:latin typeface="Calibri"/>
                <a:ea typeface="Calibri"/>
                <a:cs typeface="Calibri"/>
              </a:rPr>
              <a:t>Click to edit the title text format</a:t>
            </a:r>
          </a:p>
        </p:txBody>
      </p:sp>
      <p:sp>
        <p:nvSpPr>
          <p:cNvPr id="39" name="PlaceHolder 2">
            <a:extLst>
              <a:ext uri="{FF2B5EF4-FFF2-40B4-BE49-F238E27FC236}">
                <a16:creationId xmlns:a16="http://schemas.microsoft.com/office/drawing/2014/main" id="{68F8188F-4548-4E24-88C0-A1E27EC28FF4}"/>
              </a:ext>
            </a:extLst>
          </p:cNvPr>
          <p:cNvSpPr>
            <a:spLocks noGrp="1"/>
          </p:cNvSpPr>
          <p:nvPr>
            <p:ph type="body"/>
          </p:nvPr>
        </p:nvSpPr>
        <p:spPr>
          <a:xfrm>
            <a:off x="609480" y="1604520"/>
            <a:ext cx="10972440" cy="3977280"/>
          </a:xfrm>
          <a:prstGeom prst="rect">
            <a:avLst/>
          </a:prstGeom>
        </p:spPr>
        <p:txBody>
          <a:bodyPr lIns="0" tIns="0" rIns="0" bIns="0">
            <a:normAutofit/>
          </a:bodyPr>
          <a:lstStyle/>
          <a:p>
            <a:pPr marL="432000" indent="-324000">
              <a:spcBef>
                <a:spcPts val="1417"/>
              </a:spcBef>
              <a:buClr>
                <a:srgbClr val="000000"/>
              </a:buClr>
              <a:buSzPct val="45000"/>
              <a:buFont typeface="Wingdings"/>
              <a:buChar char=""/>
            </a:pPr>
            <a:r>
              <a:rPr sz="2800" b="0" strike="noStrike" spc="-1">
                <a:solidFill>
                  <a:srgbClr val="000000"/>
                </a:solidFill>
                <a:latin typeface="Calibri"/>
                <a:ea typeface="Calibri"/>
                <a:cs typeface="Calibri"/>
              </a:rPr>
              <a:t>Click to edit the outline text format</a:t>
            </a:r>
          </a:p>
          <a:p>
            <a:pPr marL="864000" lvl="1" indent="-324000">
              <a:spcBef>
                <a:spcPts val="1134"/>
              </a:spcBef>
              <a:buClr>
                <a:srgbClr val="000000"/>
              </a:buClr>
              <a:buSzPct val="75000"/>
              <a:buFont typeface="Symbol"/>
              <a:buChar char=""/>
            </a:pPr>
            <a:r>
              <a:rPr sz="2000" b="0" strike="noStrike" spc="-1">
                <a:solidFill>
                  <a:srgbClr val="000000"/>
                </a:solidFill>
                <a:latin typeface="Calibri"/>
                <a:ea typeface="Calibri"/>
                <a:cs typeface="Calibri"/>
              </a:rPr>
              <a:t>Second Outline Level</a:t>
            </a:r>
          </a:p>
          <a:p>
            <a:pPr marL="1296000" lvl="2" indent="-288000">
              <a:spcBef>
                <a:spcPts val="850"/>
              </a:spcBef>
              <a:buClr>
                <a:srgbClr val="000000"/>
              </a:buClr>
              <a:buSzPct val="45000"/>
              <a:buFont typeface="Wingdings"/>
              <a:buChar char=""/>
            </a:pPr>
            <a:r>
              <a:rPr sz="1800" b="0" strike="noStrike" spc="-1">
                <a:solidFill>
                  <a:srgbClr val="000000"/>
                </a:solidFill>
                <a:latin typeface="Calibri"/>
                <a:ea typeface="Calibri"/>
                <a:cs typeface="Calibri"/>
              </a:rPr>
              <a:t>Third Outline Level</a:t>
            </a:r>
          </a:p>
          <a:p>
            <a:pPr marL="1728000" lvl="3" indent="-216000">
              <a:spcBef>
                <a:spcPts val="567"/>
              </a:spcBef>
              <a:buClr>
                <a:srgbClr val="000000"/>
              </a:buClr>
              <a:buSzPct val="75000"/>
              <a:buFont typeface="Symbol"/>
              <a:buChar char=""/>
            </a:pPr>
            <a:r>
              <a:rPr sz="1800" b="0" strike="noStrike" spc="-1">
                <a:solidFill>
                  <a:srgbClr val="000000"/>
                </a:solidFill>
                <a:latin typeface="Calibri"/>
                <a:ea typeface="Calibri"/>
                <a:cs typeface="Calibri"/>
              </a:rPr>
              <a:t>Fourth Outline Level</a:t>
            </a:r>
          </a:p>
          <a:p>
            <a:pPr marL="2160000" lvl="4" indent="-216000">
              <a:spcBef>
                <a:spcPts val="283"/>
              </a:spcBef>
              <a:buClr>
                <a:srgbClr val="000000"/>
              </a:buClr>
              <a:buSzPct val="45000"/>
              <a:buFont typeface="Wingdings"/>
              <a:buChar char=""/>
            </a:pPr>
            <a:r>
              <a:rPr sz="2000" b="0" strike="noStrike" spc="-1">
                <a:solidFill>
                  <a:srgbClr val="000000"/>
                </a:solidFill>
                <a:latin typeface="Calibri"/>
                <a:ea typeface="Calibri"/>
                <a:cs typeface="Calibri"/>
              </a:rPr>
              <a:t>Fifth Outline Level</a:t>
            </a:r>
          </a:p>
          <a:p>
            <a:pPr marL="2592000" lvl="5" indent="-216000">
              <a:spcBef>
                <a:spcPts val="283"/>
              </a:spcBef>
              <a:buClr>
                <a:srgbClr val="000000"/>
              </a:buClr>
              <a:buSzPct val="45000"/>
              <a:buFont typeface="Wingdings"/>
              <a:buChar char=""/>
            </a:pPr>
            <a:r>
              <a:rPr sz="2000" b="0" strike="noStrike" spc="-1">
                <a:solidFill>
                  <a:srgbClr val="000000"/>
                </a:solidFill>
                <a:latin typeface="Calibri"/>
                <a:ea typeface="Calibri"/>
                <a:cs typeface="Calibri"/>
              </a:rPr>
              <a:t>Sixth Outline Level</a:t>
            </a:r>
          </a:p>
          <a:p>
            <a:pPr marL="3024000" lvl="6" indent="-216000">
              <a:spcBef>
                <a:spcPts val="283"/>
              </a:spcBef>
              <a:buClr>
                <a:srgbClr val="000000"/>
              </a:buClr>
              <a:buSzPct val="45000"/>
              <a:buFont typeface="Wingdings"/>
              <a:buChar char=""/>
            </a:pPr>
            <a:r>
              <a:rPr sz="2000" b="0" strike="noStrike" spc="-1">
                <a:solidFill>
                  <a:srgbClr val="000000"/>
                </a:solidFill>
                <a:latin typeface="Calibri"/>
                <a:ea typeface="Calibri"/>
                <a:cs typeface="Calibri"/>
              </a:rPr>
              <a:t>Seventh Outline Level</a:t>
            </a:r>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txStyles>
    <p:titleStyle>
      <a:lvl1pPr algn="l" defTabSz="914400">
        <a:lnSpc>
          <a:spcPct val="90000"/>
        </a:lnSpc>
        <a:spcBef>
          <a:spcPct val="0"/>
        </a:spcBef>
        <a:buNone/>
        <a:defRPr sz="4400" kern="1200">
          <a:solidFill>
            <a:schemeClr val="tx1"/>
          </a:solidFill>
          <a:latin typeface="+mj-lt"/>
          <a:ea typeface="+mj-lt"/>
          <a:cs typeface="+mj-lt"/>
        </a:defRPr>
      </a:lvl1pPr>
    </p:titleStyle>
    <p:bodyStyle>
      <a:lvl1pPr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blipFill rotWithShape="0">
          <a:blip r:embed="rId14"/>
          <a:stretch>
            <a:fillRect/>
          </a:stretch>
        </a:blipFill>
        <a:effectLst/>
      </p:bgPr>
    </p:bg>
    <p:spTree>
      <p:nvGrpSpPr>
        <p:cNvPr id="1" name=""/>
        <p:cNvGrpSpPr/>
        <p:nvPr/>
      </p:nvGrpSpPr>
      <p:grpSpPr>
        <a:xfrm>
          <a:off x="0" y="0"/>
          <a:ext cx="0" cy="0"/>
          <a:chOff x="0" y="0"/>
          <a:chExt cx="0" cy="0"/>
        </a:xfrm>
      </p:grpSpPr>
      <p:sp>
        <p:nvSpPr>
          <p:cNvPr id="76" name="PlaceHolder 1">
            <a:extLst>
              <a:ext uri="{FF2B5EF4-FFF2-40B4-BE49-F238E27FC236}">
                <a16:creationId xmlns:a16="http://schemas.microsoft.com/office/drawing/2014/main" id="{EB34FB83-8B20-4907-B4B0-3566341D6598}"/>
              </a:ext>
            </a:extLst>
          </p:cNvPr>
          <p:cNvSpPr>
            <a:spLocks noGrp="1"/>
          </p:cNvSpPr>
          <p:nvPr>
            <p:ph type="body"/>
          </p:nvPr>
        </p:nvSpPr>
        <p:spPr>
          <a:xfrm>
            <a:off x="338760" y="1058760"/>
            <a:ext cx="11514240" cy="4908600"/>
          </a:xfrm>
          <a:prstGeom prst="rect">
            <a:avLst/>
          </a:prstGeom>
        </p:spPr>
        <p:txBody>
          <a:bodyPr lIns="90000" tIns="45000" rIns="90000" bIns="45000">
            <a:noAutofit/>
          </a:bodyPr>
          <a:lstStyle/>
          <a:p>
            <a:pPr marL="228600" indent="-228240">
              <a:lnSpc>
                <a:spcPct val="90000"/>
              </a:lnSpc>
              <a:spcBef>
                <a:spcPts val="1001"/>
              </a:spcBef>
              <a:buClr>
                <a:srgbClr val="000000"/>
              </a:buClr>
              <a:buFont typeface="Arial"/>
              <a:buChar char="•"/>
            </a:pPr>
            <a:r>
              <a:rPr sz="2800" b="0" strike="noStrike" spc="-1">
                <a:solidFill>
                  <a:srgbClr val="000000"/>
                </a:solidFill>
                <a:latin typeface="Lato"/>
                <a:ea typeface="Lato"/>
                <a:cs typeface="Lato"/>
              </a:rPr>
              <a:t>Click to edit Master text styles</a:t>
            </a:r>
            <a:endParaRPr sz="2800" b="0" strike="noStrike" spc="-1">
              <a:solidFill>
                <a:srgbClr val="000000"/>
              </a:solidFill>
              <a:latin typeface="Calibri"/>
              <a:ea typeface="Calibri"/>
              <a:cs typeface="Calibri"/>
            </a:endParaRPr>
          </a:p>
          <a:p>
            <a:pPr marL="685800" lvl="1" indent="-228240">
              <a:lnSpc>
                <a:spcPct val="90000"/>
              </a:lnSpc>
              <a:spcBef>
                <a:spcPts val="499"/>
              </a:spcBef>
              <a:buClr>
                <a:srgbClr val="000000"/>
              </a:buClr>
              <a:buFont typeface="Arial"/>
              <a:buChar char="•"/>
            </a:pPr>
            <a:r>
              <a:rPr sz="2400" b="0" strike="noStrike" spc="-1">
                <a:solidFill>
                  <a:srgbClr val="000000"/>
                </a:solidFill>
                <a:latin typeface="Lato"/>
                <a:ea typeface="Lato"/>
                <a:cs typeface="Lato"/>
              </a:rPr>
              <a:t>Second level</a:t>
            </a:r>
            <a:endParaRPr sz="2400" b="0" strike="noStrike" spc="-1">
              <a:solidFill>
                <a:srgbClr val="000000"/>
              </a:solidFill>
              <a:latin typeface="Calibri"/>
              <a:ea typeface="Calibri"/>
              <a:cs typeface="Calibri"/>
            </a:endParaRPr>
          </a:p>
          <a:p>
            <a:pPr marL="1143000" lvl="2" indent="-228240">
              <a:lnSpc>
                <a:spcPct val="90000"/>
              </a:lnSpc>
              <a:spcBef>
                <a:spcPts val="499"/>
              </a:spcBef>
              <a:buClr>
                <a:srgbClr val="000000"/>
              </a:buClr>
              <a:buFont typeface="Arial"/>
              <a:buChar char="•"/>
            </a:pPr>
            <a:r>
              <a:rPr sz="2000" b="0" strike="noStrike" spc="-1">
                <a:solidFill>
                  <a:srgbClr val="000000"/>
                </a:solidFill>
                <a:latin typeface="Lato"/>
                <a:ea typeface="Lato"/>
                <a:cs typeface="Lato"/>
              </a:rPr>
              <a:t>Third level</a:t>
            </a:r>
            <a:endParaRPr sz="2000" b="0" strike="noStrike" spc="-1">
              <a:solidFill>
                <a:srgbClr val="000000"/>
              </a:solidFill>
              <a:latin typeface="Calibri"/>
              <a:ea typeface="Calibri"/>
              <a:cs typeface="Calibri"/>
            </a:endParaRPr>
          </a:p>
          <a:p>
            <a:pPr marL="1600200" lvl="3" indent="-228240">
              <a:lnSpc>
                <a:spcPct val="90000"/>
              </a:lnSpc>
              <a:spcBef>
                <a:spcPts val="499"/>
              </a:spcBef>
              <a:buClr>
                <a:srgbClr val="000000"/>
              </a:buClr>
              <a:buFont typeface="Arial"/>
              <a:buChar char="•"/>
            </a:pPr>
            <a:r>
              <a:rPr sz="1800" b="0" strike="noStrike" spc="-1">
                <a:solidFill>
                  <a:srgbClr val="000000"/>
                </a:solidFill>
                <a:latin typeface="Lato"/>
                <a:ea typeface="Lato"/>
                <a:cs typeface="Lato"/>
              </a:rPr>
              <a:t>Fourth level</a:t>
            </a:r>
            <a:endParaRPr sz="1800" b="0" strike="noStrike" spc="-1">
              <a:solidFill>
                <a:srgbClr val="000000"/>
              </a:solidFill>
              <a:latin typeface="Calibri"/>
              <a:ea typeface="Calibri"/>
              <a:cs typeface="Calibri"/>
            </a:endParaRPr>
          </a:p>
          <a:p>
            <a:pPr marL="2057400" lvl="4" indent="-228240">
              <a:lnSpc>
                <a:spcPct val="90000"/>
              </a:lnSpc>
              <a:spcBef>
                <a:spcPts val="499"/>
              </a:spcBef>
              <a:buClr>
                <a:srgbClr val="000000"/>
              </a:buClr>
              <a:buFont typeface="Arial"/>
              <a:buChar char="•"/>
            </a:pPr>
            <a:r>
              <a:rPr sz="1800" b="0" strike="noStrike" spc="-1">
                <a:solidFill>
                  <a:srgbClr val="000000"/>
                </a:solidFill>
                <a:latin typeface="Lato"/>
                <a:ea typeface="Lato"/>
                <a:cs typeface="Lato"/>
              </a:rPr>
              <a:t>Fifth level</a:t>
            </a:r>
            <a:endParaRPr sz="1800" b="0" strike="noStrike" spc="-1">
              <a:solidFill>
                <a:srgbClr val="000000"/>
              </a:solidFill>
              <a:latin typeface="Calibri"/>
              <a:ea typeface="Calibri"/>
              <a:cs typeface="Calibri"/>
            </a:endParaRPr>
          </a:p>
        </p:txBody>
      </p:sp>
      <p:sp>
        <p:nvSpPr>
          <p:cNvPr id="77" name="PlaceHolder 2">
            <a:extLst>
              <a:ext uri="{FF2B5EF4-FFF2-40B4-BE49-F238E27FC236}">
                <a16:creationId xmlns:a16="http://schemas.microsoft.com/office/drawing/2014/main" id="{02D9A1C1-BE19-4C07-86EF-9B413F41F8AA}"/>
              </a:ext>
            </a:extLst>
          </p:cNvPr>
          <p:cNvSpPr>
            <a:spLocks noGrp="1"/>
          </p:cNvSpPr>
          <p:nvPr>
            <p:ph type="title"/>
          </p:nvPr>
        </p:nvSpPr>
        <p:spPr>
          <a:xfrm>
            <a:off x="338760" y="112680"/>
            <a:ext cx="11514240" cy="435600"/>
          </a:xfrm>
          <a:prstGeom prst="rect">
            <a:avLst/>
          </a:prstGeom>
        </p:spPr>
        <p:txBody>
          <a:bodyPr lIns="90000" tIns="45000" rIns="90000" bIns="45000">
            <a:noAutofit/>
          </a:bodyPr>
          <a:lstStyle/>
          <a:p>
            <a:pPr>
              <a:lnSpc>
                <a:spcPct val="90000"/>
              </a:lnSpc>
              <a:buNone/>
            </a:pPr>
            <a:r>
              <a:rPr sz="2800" b="1" strike="noStrike" spc="-1">
                <a:solidFill>
                  <a:srgbClr val="FFFFFF"/>
                </a:solidFill>
                <a:latin typeface="Lato"/>
                <a:ea typeface="Lato"/>
                <a:cs typeface="Lato"/>
              </a:rPr>
              <a:t>Title 1:……………………………………..</a:t>
            </a:r>
            <a:endParaRPr sz="2800" b="0" strike="noStrike" spc="-1">
              <a:solidFill>
                <a:srgbClr val="000000"/>
              </a:solidFill>
              <a:latin typeface="Calibri"/>
              <a:ea typeface="Calibri"/>
              <a:cs typeface="Calibri"/>
            </a:endParaRPr>
          </a:p>
        </p:txBody>
      </p:sp>
    </p:spTree>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txStyles>
    <p:titleStyle>
      <a:lvl1pPr algn="l" defTabSz="914400">
        <a:lnSpc>
          <a:spcPct val="90000"/>
        </a:lnSpc>
        <a:spcBef>
          <a:spcPct val="0"/>
        </a:spcBef>
        <a:buNone/>
        <a:defRPr sz="4400" kern="1200">
          <a:solidFill>
            <a:schemeClr val="tx1"/>
          </a:solidFill>
          <a:latin typeface="+mj-lt"/>
          <a:ea typeface="+mj-lt"/>
          <a:cs typeface="+mj-lt"/>
        </a:defRPr>
      </a:lvl1pPr>
    </p:titleStyle>
    <p:bodyStyle>
      <a:lvl1pPr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blipFill rotWithShape="0">
          <a:blip r:embed="rId14"/>
          <a:stretch>
            <a:fillRect/>
          </a:stretch>
        </a:blipFill>
        <a:effectLst/>
      </p:bgPr>
    </p:bg>
    <p:spTree>
      <p:nvGrpSpPr>
        <p:cNvPr id="1" name=""/>
        <p:cNvGrpSpPr/>
        <p:nvPr/>
      </p:nvGrpSpPr>
      <p:grpSpPr>
        <a:xfrm>
          <a:off x="0" y="0"/>
          <a:ext cx="0" cy="0"/>
          <a:chOff x="0" y="0"/>
          <a:chExt cx="0" cy="0"/>
        </a:xfrm>
      </p:grpSpPr>
      <p:sp>
        <p:nvSpPr>
          <p:cNvPr id="114" name="PlaceHolder 1">
            <a:extLst>
              <a:ext uri="{FF2B5EF4-FFF2-40B4-BE49-F238E27FC236}">
                <a16:creationId xmlns:a16="http://schemas.microsoft.com/office/drawing/2014/main" id="{39465CDB-33ED-4336-8000-67F76CBB4315}"/>
              </a:ext>
            </a:extLst>
          </p:cNvPr>
          <p:cNvSpPr>
            <a:spLocks noGrp="1"/>
          </p:cNvSpPr>
          <p:nvPr>
            <p:ph type="body"/>
          </p:nvPr>
        </p:nvSpPr>
        <p:spPr>
          <a:xfrm>
            <a:off x="330120" y="1406880"/>
            <a:ext cx="5765400" cy="4655520"/>
          </a:xfrm>
          <a:prstGeom prst="rect">
            <a:avLst/>
          </a:prstGeom>
        </p:spPr>
        <p:txBody>
          <a:bodyPr lIns="90000" tIns="45000" rIns="90000" bIns="45000">
            <a:noAutofit/>
          </a:bodyPr>
          <a:lstStyle/>
          <a:p>
            <a:pPr>
              <a:lnSpc>
                <a:spcPct val="100000"/>
              </a:lnSpc>
              <a:buNone/>
            </a:pPr>
            <a:r>
              <a:rPr sz="1800" b="0" strike="noStrike" spc="-1">
                <a:solidFill>
                  <a:srgbClr val="000000"/>
                </a:solidFill>
                <a:latin typeface="Lato"/>
                <a:ea typeface="Lato"/>
                <a:cs typeface="Lato"/>
              </a:rPr>
              <a:t>Chart</a:t>
            </a:r>
            <a:endParaRPr sz="1800" b="0" strike="noStrike" spc="-1">
              <a:solidFill>
                <a:srgbClr val="000000"/>
              </a:solidFill>
              <a:latin typeface="Calibri"/>
              <a:ea typeface="Calibri"/>
              <a:cs typeface="Calibri"/>
            </a:endParaRPr>
          </a:p>
        </p:txBody>
      </p:sp>
      <p:sp>
        <p:nvSpPr>
          <p:cNvPr id="115" name="PlaceHolder 2">
            <a:extLst>
              <a:ext uri="{FF2B5EF4-FFF2-40B4-BE49-F238E27FC236}">
                <a16:creationId xmlns:a16="http://schemas.microsoft.com/office/drawing/2014/main" id="{7F90F3E0-D175-4DD5-89D5-5BC74359BA7B}"/>
              </a:ext>
            </a:extLst>
          </p:cNvPr>
          <p:cNvSpPr>
            <a:spLocks noGrp="1"/>
          </p:cNvSpPr>
          <p:nvPr>
            <p:ph type="body"/>
          </p:nvPr>
        </p:nvSpPr>
        <p:spPr>
          <a:xfrm>
            <a:off x="6238800" y="1414440"/>
            <a:ext cx="5444640" cy="4655880"/>
          </a:xfrm>
          <a:prstGeom prst="rect">
            <a:avLst/>
          </a:prstGeom>
        </p:spPr>
        <p:txBody>
          <a:bodyPr lIns="90000" tIns="45000" rIns="90000" bIns="45000">
            <a:noAutofit/>
          </a:bodyPr>
          <a:lstStyle/>
          <a:p>
            <a:pPr>
              <a:lnSpc>
                <a:spcPct val="100000"/>
              </a:lnSpc>
              <a:buNone/>
            </a:pPr>
            <a:r>
              <a:rPr sz="1800" b="0" strike="noStrike" spc="-1">
                <a:solidFill>
                  <a:srgbClr val="000000"/>
                </a:solidFill>
                <a:latin typeface="Lato"/>
                <a:ea typeface="Lato"/>
                <a:cs typeface="Lato"/>
              </a:rPr>
              <a:t>Picture</a:t>
            </a:r>
            <a:endParaRPr sz="1800" b="0" strike="noStrike" spc="-1">
              <a:solidFill>
                <a:srgbClr val="000000"/>
              </a:solidFill>
              <a:latin typeface="Calibri"/>
              <a:ea typeface="Calibri"/>
              <a:cs typeface="Calibri"/>
            </a:endParaRPr>
          </a:p>
        </p:txBody>
      </p:sp>
      <p:sp>
        <p:nvSpPr>
          <p:cNvPr id="116" name="PlaceHolder 3">
            <a:extLst>
              <a:ext uri="{FF2B5EF4-FFF2-40B4-BE49-F238E27FC236}">
                <a16:creationId xmlns:a16="http://schemas.microsoft.com/office/drawing/2014/main" id="{030E4AC2-1AB6-4CC1-AB1D-EA6901F83036}"/>
              </a:ext>
            </a:extLst>
          </p:cNvPr>
          <p:cNvSpPr>
            <a:spLocks noGrp="1"/>
          </p:cNvSpPr>
          <p:nvPr>
            <p:ph type="title"/>
          </p:nvPr>
        </p:nvSpPr>
        <p:spPr>
          <a:xfrm>
            <a:off x="338760" y="112680"/>
            <a:ext cx="11514240" cy="435600"/>
          </a:xfrm>
          <a:prstGeom prst="rect">
            <a:avLst/>
          </a:prstGeom>
        </p:spPr>
        <p:txBody>
          <a:bodyPr lIns="90000" tIns="45000" rIns="90000" bIns="45000">
            <a:noAutofit/>
          </a:bodyPr>
          <a:lstStyle/>
          <a:p>
            <a:pPr>
              <a:lnSpc>
                <a:spcPct val="90000"/>
              </a:lnSpc>
              <a:buNone/>
            </a:pPr>
            <a:r>
              <a:rPr sz="2800" b="1" strike="noStrike" spc="-1">
                <a:solidFill>
                  <a:srgbClr val="FFFFFF"/>
                </a:solidFill>
                <a:latin typeface="Lato"/>
                <a:ea typeface="Lato"/>
                <a:cs typeface="Lato"/>
              </a:rPr>
              <a:t>Title 2:……………………………………..</a:t>
            </a:r>
            <a:endParaRPr sz="2800" b="0" strike="noStrike" spc="-1">
              <a:solidFill>
                <a:srgbClr val="000000"/>
              </a:solidFill>
              <a:latin typeface="Calibri"/>
              <a:ea typeface="Calibri"/>
              <a:cs typeface="Calibri"/>
            </a:endParaRPr>
          </a:p>
        </p:txBody>
      </p:sp>
    </p:spTree>
  </p:cSld>
  <p:clrMap bg1="lt1" tx1="dk1" bg2="lt2" tx2="dk2" accent1="accent1" accent2="accent2" accent3="accent3" accent4="accent4" accent5="accent5" accent6="accent6" hlink="hlink" folHlink="folHlink"/>
  <p:sldLayoutIdLst>
    <p:sldLayoutId id="2147483688" r:id="rId1"/>
    <p:sldLayoutId id="2147483689" r:id="rId2"/>
    <p:sldLayoutId id="2147483690" r:id="rId3"/>
    <p:sldLayoutId id="2147483691" r:id="rId4"/>
    <p:sldLayoutId id="2147483692" r:id="rId5"/>
    <p:sldLayoutId id="2147483693" r:id="rId6"/>
    <p:sldLayoutId id="2147483694" r:id="rId7"/>
    <p:sldLayoutId id="2147483695" r:id="rId8"/>
    <p:sldLayoutId id="2147483696" r:id="rId9"/>
    <p:sldLayoutId id="2147483697" r:id="rId10"/>
    <p:sldLayoutId id="2147483698" r:id="rId11"/>
    <p:sldLayoutId id="2147483699" r:id="rId12"/>
  </p:sldLayoutIdLst>
  <p:txStyles>
    <p:titleStyle>
      <a:lvl1pPr algn="l" defTabSz="914400">
        <a:lnSpc>
          <a:spcPct val="90000"/>
        </a:lnSpc>
        <a:spcBef>
          <a:spcPct val="0"/>
        </a:spcBef>
        <a:buNone/>
        <a:defRPr sz="4400" kern="1200">
          <a:solidFill>
            <a:schemeClr val="tx1"/>
          </a:solidFill>
          <a:latin typeface="+mj-lt"/>
          <a:ea typeface="+mj-lt"/>
          <a:cs typeface="+mj-lt"/>
        </a:defRPr>
      </a:lvl1pPr>
    </p:titleStyle>
    <p:bodyStyle>
      <a:lvl1pPr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blipFill rotWithShape="0">
          <a:blip r:embed="rId14"/>
          <a:stretch>
            <a:fillRect/>
          </a:stretch>
        </a:blipFill>
        <a:effectLst/>
      </p:bgPr>
    </p:bg>
    <p:spTree>
      <p:nvGrpSpPr>
        <p:cNvPr id="1" name=""/>
        <p:cNvGrpSpPr/>
        <p:nvPr/>
      </p:nvGrpSpPr>
      <p:grpSpPr>
        <a:xfrm>
          <a:off x="0" y="0"/>
          <a:ext cx="0" cy="0"/>
          <a:chOff x="0" y="0"/>
          <a:chExt cx="0" cy="0"/>
        </a:xfrm>
      </p:grpSpPr>
      <p:sp>
        <p:nvSpPr>
          <p:cNvPr id="153" name="PlaceHolder 1">
            <a:extLst>
              <a:ext uri="{FF2B5EF4-FFF2-40B4-BE49-F238E27FC236}">
                <a16:creationId xmlns:a16="http://schemas.microsoft.com/office/drawing/2014/main" id="{99803A32-40CA-4288-84F3-72B045A80DAB}"/>
              </a:ext>
            </a:extLst>
          </p:cNvPr>
          <p:cNvSpPr>
            <a:spLocks noGrp="1"/>
          </p:cNvSpPr>
          <p:nvPr>
            <p:ph type="title"/>
          </p:nvPr>
        </p:nvSpPr>
        <p:spPr>
          <a:xfrm>
            <a:off x="338760" y="112680"/>
            <a:ext cx="11514240" cy="435600"/>
          </a:xfrm>
          <a:prstGeom prst="rect">
            <a:avLst/>
          </a:prstGeom>
        </p:spPr>
        <p:txBody>
          <a:bodyPr lIns="90000" tIns="45000" rIns="90000" bIns="45000">
            <a:noAutofit/>
          </a:bodyPr>
          <a:lstStyle/>
          <a:p>
            <a:pPr>
              <a:lnSpc>
                <a:spcPct val="90000"/>
              </a:lnSpc>
              <a:buNone/>
            </a:pPr>
            <a:r>
              <a:rPr sz="2800" b="1" strike="noStrike" spc="-1">
                <a:solidFill>
                  <a:srgbClr val="FFFFFF"/>
                </a:solidFill>
                <a:latin typeface="Lato"/>
                <a:ea typeface="Lato"/>
                <a:cs typeface="Lato"/>
              </a:rPr>
              <a:t>Title 3:……………………………………..</a:t>
            </a:r>
            <a:endParaRPr sz="2800" b="0" strike="noStrike" spc="-1">
              <a:solidFill>
                <a:srgbClr val="000000"/>
              </a:solidFill>
              <a:latin typeface="Calibri"/>
              <a:ea typeface="Calibri"/>
              <a:cs typeface="Calibri"/>
            </a:endParaRPr>
          </a:p>
        </p:txBody>
      </p:sp>
      <p:sp>
        <p:nvSpPr>
          <p:cNvPr id="154" name="PlaceHolder 2">
            <a:extLst>
              <a:ext uri="{FF2B5EF4-FFF2-40B4-BE49-F238E27FC236}">
                <a16:creationId xmlns:a16="http://schemas.microsoft.com/office/drawing/2014/main" id="{1BE6E8D5-3494-445B-8586-598C493D9ABF}"/>
              </a:ext>
            </a:extLst>
          </p:cNvPr>
          <p:cNvSpPr>
            <a:spLocks noGrp="1"/>
          </p:cNvSpPr>
          <p:nvPr>
            <p:ph type="body"/>
          </p:nvPr>
        </p:nvSpPr>
        <p:spPr>
          <a:xfrm>
            <a:off x="337680" y="1032480"/>
            <a:ext cx="11515320" cy="4938480"/>
          </a:xfrm>
          <a:prstGeom prst="rect">
            <a:avLst/>
          </a:prstGeom>
        </p:spPr>
        <p:txBody>
          <a:bodyPr lIns="90000" tIns="45000" rIns="90000" bIns="45000">
            <a:noAutofit/>
          </a:bodyPr>
          <a:lstStyle/>
          <a:p>
            <a:pPr marL="228600" indent="-228240">
              <a:lnSpc>
                <a:spcPct val="90000"/>
              </a:lnSpc>
              <a:spcBef>
                <a:spcPts val="1001"/>
              </a:spcBef>
              <a:buClr>
                <a:srgbClr val="000000"/>
              </a:buClr>
              <a:buFont typeface="Arial"/>
              <a:buChar char="•"/>
            </a:pPr>
            <a:r>
              <a:rPr sz="2800" b="0" strike="noStrike" spc="-1">
                <a:solidFill>
                  <a:srgbClr val="000000"/>
                </a:solidFill>
                <a:latin typeface="Lato"/>
                <a:ea typeface="Lato"/>
                <a:cs typeface="Lato"/>
              </a:rPr>
              <a:t>Click to edit Master text styles</a:t>
            </a:r>
            <a:endParaRPr sz="2800" b="0" strike="noStrike" spc="-1">
              <a:solidFill>
                <a:srgbClr val="000000"/>
              </a:solidFill>
              <a:latin typeface="Calibri"/>
              <a:ea typeface="Calibri"/>
              <a:cs typeface="Calibri"/>
            </a:endParaRPr>
          </a:p>
          <a:p>
            <a:pPr marL="685800" lvl="1" indent="-228240">
              <a:lnSpc>
                <a:spcPct val="90000"/>
              </a:lnSpc>
              <a:spcBef>
                <a:spcPts val="499"/>
              </a:spcBef>
              <a:buClr>
                <a:srgbClr val="000000"/>
              </a:buClr>
              <a:buFont typeface="Arial"/>
              <a:buChar char="•"/>
            </a:pPr>
            <a:r>
              <a:rPr sz="2400" b="0" strike="noStrike" spc="-1">
                <a:solidFill>
                  <a:srgbClr val="000000"/>
                </a:solidFill>
                <a:latin typeface="Lato"/>
                <a:ea typeface="Lato"/>
                <a:cs typeface="Lato"/>
              </a:rPr>
              <a:t>Second level</a:t>
            </a:r>
            <a:endParaRPr sz="2400" b="0" strike="noStrike" spc="-1">
              <a:solidFill>
                <a:srgbClr val="000000"/>
              </a:solidFill>
              <a:latin typeface="Calibri"/>
              <a:ea typeface="Calibri"/>
              <a:cs typeface="Calibri"/>
            </a:endParaRPr>
          </a:p>
          <a:p>
            <a:pPr marL="1143000" lvl="2" indent="-228240">
              <a:lnSpc>
                <a:spcPct val="90000"/>
              </a:lnSpc>
              <a:spcBef>
                <a:spcPts val="499"/>
              </a:spcBef>
              <a:buClr>
                <a:srgbClr val="000000"/>
              </a:buClr>
              <a:buFont typeface="Arial"/>
              <a:buChar char="•"/>
            </a:pPr>
            <a:r>
              <a:rPr sz="2000" b="0" strike="noStrike" spc="-1">
                <a:solidFill>
                  <a:srgbClr val="000000"/>
                </a:solidFill>
                <a:latin typeface="Lato"/>
                <a:ea typeface="Lato"/>
                <a:cs typeface="Lato"/>
              </a:rPr>
              <a:t>Third level</a:t>
            </a:r>
            <a:endParaRPr sz="2000" b="0" strike="noStrike" spc="-1">
              <a:solidFill>
                <a:srgbClr val="000000"/>
              </a:solidFill>
              <a:latin typeface="Calibri"/>
              <a:ea typeface="Calibri"/>
              <a:cs typeface="Calibri"/>
            </a:endParaRPr>
          </a:p>
          <a:p>
            <a:pPr marL="1600200" lvl="3" indent="-228240">
              <a:lnSpc>
                <a:spcPct val="90000"/>
              </a:lnSpc>
              <a:spcBef>
                <a:spcPts val="499"/>
              </a:spcBef>
              <a:buClr>
                <a:srgbClr val="000000"/>
              </a:buClr>
              <a:buFont typeface="Arial"/>
              <a:buChar char="•"/>
            </a:pPr>
            <a:r>
              <a:rPr sz="1800" b="0" strike="noStrike" spc="-1">
                <a:solidFill>
                  <a:srgbClr val="000000"/>
                </a:solidFill>
                <a:latin typeface="Lato"/>
                <a:ea typeface="Lato"/>
                <a:cs typeface="Lato"/>
              </a:rPr>
              <a:t>Fourth level</a:t>
            </a:r>
            <a:endParaRPr sz="1800" b="0" strike="noStrike" spc="-1">
              <a:solidFill>
                <a:srgbClr val="000000"/>
              </a:solidFill>
              <a:latin typeface="Calibri"/>
              <a:ea typeface="Calibri"/>
              <a:cs typeface="Calibri"/>
            </a:endParaRPr>
          </a:p>
          <a:p>
            <a:pPr marL="2057400" lvl="4" indent="-228240">
              <a:lnSpc>
                <a:spcPct val="90000"/>
              </a:lnSpc>
              <a:spcBef>
                <a:spcPts val="499"/>
              </a:spcBef>
              <a:buClr>
                <a:srgbClr val="000000"/>
              </a:buClr>
              <a:buFont typeface="Arial"/>
              <a:buChar char="•"/>
            </a:pPr>
            <a:r>
              <a:rPr sz="1800" b="0" strike="noStrike" spc="-1">
                <a:solidFill>
                  <a:srgbClr val="000000"/>
                </a:solidFill>
                <a:latin typeface="Lato"/>
                <a:ea typeface="Lato"/>
                <a:cs typeface="Lato"/>
              </a:rPr>
              <a:t>Fifth level</a:t>
            </a:r>
            <a:endParaRPr sz="1800" b="0" strike="noStrike" spc="-1">
              <a:solidFill>
                <a:srgbClr val="000000"/>
              </a:solidFill>
              <a:latin typeface="Calibri"/>
              <a:ea typeface="Calibri"/>
              <a:cs typeface="Calibri"/>
            </a:endParaRPr>
          </a:p>
        </p:txBody>
      </p:sp>
    </p:spTree>
  </p:cSld>
  <p:clrMap bg1="lt1" tx1="dk1" bg2="lt2" tx2="dk2" accent1="accent1" accent2="accent2" accent3="accent3" accent4="accent4" accent5="accent5" accent6="accent6" hlink="hlink" folHlink="folHlink"/>
  <p:sldLayoutIdLst>
    <p:sldLayoutId id="2147483701" r:id="rId1"/>
    <p:sldLayoutId id="2147483702" r:id="rId2"/>
    <p:sldLayoutId id="2147483703" r:id="rId3"/>
    <p:sldLayoutId id="2147483704" r:id="rId4"/>
    <p:sldLayoutId id="2147483705" r:id="rId5"/>
    <p:sldLayoutId id="2147483706" r:id="rId6"/>
    <p:sldLayoutId id="2147483707" r:id="rId7"/>
    <p:sldLayoutId id="2147483708" r:id="rId8"/>
    <p:sldLayoutId id="2147483709" r:id="rId9"/>
    <p:sldLayoutId id="2147483710" r:id="rId10"/>
    <p:sldLayoutId id="2147483711" r:id="rId11"/>
    <p:sldLayoutId id="2147483712" r:id="rId12"/>
  </p:sldLayoutIdLst>
  <p:txStyles>
    <p:titleStyle>
      <a:lvl1pPr algn="l" defTabSz="914400">
        <a:lnSpc>
          <a:spcPct val="90000"/>
        </a:lnSpc>
        <a:spcBef>
          <a:spcPct val="0"/>
        </a:spcBef>
        <a:buNone/>
        <a:defRPr sz="4400" kern="1200">
          <a:solidFill>
            <a:schemeClr val="tx1"/>
          </a:solidFill>
          <a:latin typeface="+mj-lt"/>
          <a:ea typeface="+mj-lt"/>
          <a:cs typeface="+mj-lt"/>
        </a:defRPr>
      </a:lvl1pPr>
    </p:titleStyle>
    <p:bodyStyle>
      <a:lvl1pPr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blipFill rotWithShape="0">
          <a:blip r:embed="rId14"/>
          <a:stretch>
            <a:fillRect/>
          </a:stretch>
        </a:blipFill>
        <a:effectLst/>
      </p:bgPr>
    </p:bg>
    <p:spTree>
      <p:nvGrpSpPr>
        <p:cNvPr id="1" name=""/>
        <p:cNvGrpSpPr/>
        <p:nvPr/>
      </p:nvGrpSpPr>
      <p:grpSpPr>
        <a:xfrm>
          <a:off x="0" y="0"/>
          <a:ext cx="0" cy="0"/>
          <a:chOff x="0" y="0"/>
          <a:chExt cx="0" cy="0"/>
        </a:xfrm>
      </p:grpSpPr>
      <p:sp>
        <p:nvSpPr>
          <p:cNvPr id="191" name="PlaceHolder 1">
            <a:extLst>
              <a:ext uri="{FF2B5EF4-FFF2-40B4-BE49-F238E27FC236}">
                <a16:creationId xmlns:a16="http://schemas.microsoft.com/office/drawing/2014/main" id="{360F2F93-F625-47BA-8D0C-5AC68FF6F1EA}"/>
              </a:ext>
            </a:extLst>
          </p:cNvPr>
          <p:cNvSpPr>
            <a:spLocks noGrp="1"/>
          </p:cNvSpPr>
          <p:nvPr>
            <p:ph type="body"/>
          </p:nvPr>
        </p:nvSpPr>
        <p:spPr>
          <a:xfrm>
            <a:off x="4558320" y="1248480"/>
            <a:ext cx="7391160" cy="5204880"/>
          </a:xfrm>
          <a:prstGeom prst="rect">
            <a:avLst/>
          </a:prstGeom>
        </p:spPr>
        <p:txBody>
          <a:bodyPr lIns="90000" tIns="45000" rIns="90000" bIns="45000">
            <a:noAutofit/>
          </a:bodyPr>
          <a:lstStyle/>
          <a:p>
            <a:pPr marL="228600" indent="-228240">
              <a:lnSpc>
                <a:spcPct val="90000"/>
              </a:lnSpc>
              <a:spcBef>
                <a:spcPts val="1001"/>
              </a:spcBef>
              <a:buClr>
                <a:srgbClr val="000000"/>
              </a:buClr>
              <a:buFont typeface="Arial"/>
              <a:buChar char="•"/>
            </a:pPr>
            <a:r>
              <a:rPr sz="2800" b="0" strike="noStrike" spc="-1">
                <a:solidFill>
                  <a:srgbClr val="000000"/>
                </a:solidFill>
                <a:latin typeface="Lato"/>
                <a:ea typeface="Lato"/>
                <a:cs typeface="Lato"/>
              </a:rPr>
              <a:t>Click to edit Master text styles</a:t>
            </a:r>
            <a:endParaRPr sz="2800" b="0" strike="noStrike" spc="-1">
              <a:solidFill>
                <a:srgbClr val="000000"/>
              </a:solidFill>
              <a:latin typeface="Calibri"/>
              <a:ea typeface="Calibri"/>
              <a:cs typeface="Calibri"/>
            </a:endParaRPr>
          </a:p>
          <a:p>
            <a:pPr marL="685800" lvl="1" indent="-228240">
              <a:lnSpc>
                <a:spcPct val="90000"/>
              </a:lnSpc>
              <a:spcBef>
                <a:spcPts val="499"/>
              </a:spcBef>
              <a:buClr>
                <a:srgbClr val="000000"/>
              </a:buClr>
              <a:buFont typeface="Arial"/>
              <a:buChar char="•"/>
            </a:pPr>
            <a:r>
              <a:rPr sz="2400" b="0" strike="noStrike" spc="-1">
                <a:solidFill>
                  <a:srgbClr val="000000"/>
                </a:solidFill>
                <a:latin typeface="Lato"/>
                <a:ea typeface="Lato"/>
                <a:cs typeface="Lato"/>
              </a:rPr>
              <a:t>Second level</a:t>
            </a:r>
            <a:endParaRPr sz="2400" b="0" strike="noStrike" spc="-1">
              <a:solidFill>
                <a:srgbClr val="000000"/>
              </a:solidFill>
              <a:latin typeface="Calibri"/>
              <a:ea typeface="Calibri"/>
              <a:cs typeface="Calibri"/>
            </a:endParaRPr>
          </a:p>
          <a:p>
            <a:pPr marL="1143000" lvl="2" indent="-228240">
              <a:lnSpc>
                <a:spcPct val="90000"/>
              </a:lnSpc>
              <a:spcBef>
                <a:spcPts val="499"/>
              </a:spcBef>
              <a:buClr>
                <a:srgbClr val="000000"/>
              </a:buClr>
              <a:buFont typeface="Arial"/>
              <a:buChar char="•"/>
            </a:pPr>
            <a:r>
              <a:rPr sz="2000" b="0" strike="noStrike" spc="-1">
                <a:solidFill>
                  <a:srgbClr val="000000"/>
                </a:solidFill>
                <a:latin typeface="Lato"/>
                <a:ea typeface="Lato"/>
                <a:cs typeface="Lato"/>
              </a:rPr>
              <a:t>Third level</a:t>
            </a:r>
            <a:endParaRPr sz="2000" b="0" strike="noStrike" spc="-1">
              <a:solidFill>
                <a:srgbClr val="000000"/>
              </a:solidFill>
              <a:latin typeface="Calibri"/>
              <a:ea typeface="Calibri"/>
              <a:cs typeface="Calibri"/>
            </a:endParaRPr>
          </a:p>
          <a:p>
            <a:pPr marL="1600200" lvl="3" indent="-228240">
              <a:lnSpc>
                <a:spcPct val="90000"/>
              </a:lnSpc>
              <a:spcBef>
                <a:spcPts val="499"/>
              </a:spcBef>
              <a:buClr>
                <a:srgbClr val="000000"/>
              </a:buClr>
              <a:buFont typeface="Arial"/>
              <a:buChar char="•"/>
            </a:pPr>
            <a:r>
              <a:rPr sz="1800" b="0" strike="noStrike" spc="-1">
                <a:solidFill>
                  <a:srgbClr val="000000"/>
                </a:solidFill>
                <a:latin typeface="Lato"/>
                <a:ea typeface="Lato"/>
                <a:cs typeface="Lato"/>
              </a:rPr>
              <a:t>Fourth level</a:t>
            </a:r>
            <a:endParaRPr sz="1800" b="0" strike="noStrike" spc="-1">
              <a:solidFill>
                <a:srgbClr val="000000"/>
              </a:solidFill>
              <a:latin typeface="Calibri"/>
              <a:ea typeface="Calibri"/>
              <a:cs typeface="Calibri"/>
            </a:endParaRPr>
          </a:p>
          <a:p>
            <a:pPr marL="2057400" lvl="4" indent="-228240">
              <a:lnSpc>
                <a:spcPct val="90000"/>
              </a:lnSpc>
              <a:spcBef>
                <a:spcPts val="499"/>
              </a:spcBef>
              <a:buClr>
                <a:srgbClr val="000000"/>
              </a:buClr>
              <a:buFont typeface="Arial"/>
              <a:buChar char="•"/>
            </a:pPr>
            <a:r>
              <a:rPr sz="1800" b="0" strike="noStrike" spc="-1">
                <a:solidFill>
                  <a:srgbClr val="000000"/>
                </a:solidFill>
                <a:latin typeface="Lato"/>
                <a:ea typeface="Lato"/>
                <a:cs typeface="Lato"/>
              </a:rPr>
              <a:t>Fifth level</a:t>
            </a:r>
            <a:endParaRPr sz="1800" b="0" strike="noStrike" spc="-1">
              <a:solidFill>
                <a:srgbClr val="000000"/>
              </a:solidFill>
              <a:latin typeface="Calibri"/>
              <a:ea typeface="Calibri"/>
              <a:cs typeface="Calibri"/>
            </a:endParaRPr>
          </a:p>
        </p:txBody>
      </p:sp>
      <p:sp>
        <p:nvSpPr>
          <p:cNvPr id="192" name="PlaceHolder 2">
            <a:extLst>
              <a:ext uri="{FF2B5EF4-FFF2-40B4-BE49-F238E27FC236}">
                <a16:creationId xmlns:a16="http://schemas.microsoft.com/office/drawing/2014/main" id="{31565F90-C15F-4E68-BC10-0B6773945128}"/>
              </a:ext>
            </a:extLst>
          </p:cNvPr>
          <p:cNvSpPr>
            <a:spLocks noGrp="1"/>
          </p:cNvSpPr>
          <p:nvPr>
            <p:ph type="title"/>
          </p:nvPr>
        </p:nvSpPr>
        <p:spPr>
          <a:xfrm>
            <a:off x="4558320" y="404280"/>
            <a:ext cx="7391160" cy="435600"/>
          </a:xfrm>
          <a:prstGeom prst="rect">
            <a:avLst/>
          </a:prstGeom>
        </p:spPr>
        <p:txBody>
          <a:bodyPr lIns="90000" tIns="45000" rIns="90000" bIns="45000">
            <a:noAutofit/>
          </a:bodyPr>
          <a:lstStyle/>
          <a:p>
            <a:pPr>
              <a:lnSpc>
                <a:spcPct val="90000"/>
              </a:lnSpc>
              <a:buNone/>
            </a:pPr>
            <a:r>
              <a:rPr sz="2800" b="1" strike="noStrike" spc="-1">
                <a:solidFill>
                  <a:srgbClr val="000000"/>
                </a:solidFill>
                <a:latin typeface="Lato"/>
                <a:ea typeface="Lato"/>
                <a:cs typeface="Lato"/>
              </a:rPr>
              <a:t>Title 4:……………………………………..</a:t>
            </a:r>
            <a:endParaRPr sz="2800" b="0" strike="noStrike" spc="-1">
              <a:solidFill>
                <a:srgbClr val="000000"/>
              </a:solidFill>
              <a:latin typeface="Calibri"/>
              <a:ea typeface="Calibri"/>
              <a:cs typeface="Calibri"/>
            </a:endParaRPr>
          </a:p>
        </p:txBody>
      </p:sp>
    </p:spTree>
  </p:cSld>
  <p:clrMap bg1="lt1" tx1="dk1" bg2="lt2" tx2="dk2" accent1="accent1" accent2="accent2" accent3="accent3" accent4="accent4" accent5="accent5" accent6="accent6" hlink="hlink" folHlink="folHlink"/>
  <p:sldLayoutIdLst>
    <p:sldLayoutId id="2147483714" r:id="rId1"/>
    <p:sldLayoutId id="2147483715" r:id="rId2"/>
    <p:sldLayoutId id="2147483716" r:id="rId3"/>
    <p:sldLayoutId id="2147483717" r:id="rId4"/>
    <p:sldLayoutId id="2147483718" r:id="rId5"/>
    <p:sldLayoutId id="2147483719" r:id="rId6"/>
    <p:sldLayoutId id="2147483720" r:id="rId7"/>
    <p:sldLayoutId id="2147483721" r:id="rId8"/>
    <p:sldLayoutId id="2147483722" r:id="rId9"/>
    <p:sldLayoutId id="2147483723" r:id="rId10"/>
    <p:sldLayoutId id="2147483724" r:id="rId11"/>
    <p:sldLayoutId id="2147483725" r:id="rId12"/>
  </p:sldLayoutIdLst>
  <p:txStyles>
    <p:titleStyle>
      <a:lvl1pPr algn="l" defTabSz="914400">
        <a:lnSpc>
          <a:spcPct val="90000"/>
        </a:lnSpc>
        <a:spcBef>
          <a:spcPct val="0"/>
        </a:spcBef>
        <a:buNone/>
        <a:defRPr sz="4400" kern="1200">
          <a:solidFill>
            <a:schemeClr val="tx1"/>
          </a:solidFill>
          <a:latin typeface="+mj-lt"/>
          <a:ea typeface="+mj-lt"/>
          <a:cs typeface="+mj-lt"/>
        </a:defRPr>
      </a:lvl1pPr>
    </p:titleStyle>
    <p:bodyStyle>
      <a:lvl1pPr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blipFill rotWithShape="0">
          <a:blip r:embed="rId14"/>
          <a:stretch>
            <a:fillRect/>
          </a:stretch>
        </a:blipFill>
        <a:effectLst/>
      </p:bgPr>
    </p:bg>
    <p:spTree>
      <p:nvGrpSpPr>
        <p:cNvPr id="1" name=""/>
        <p:cNvGrpSpPr/>
        <p:nvPr/>
      </p:nvGrpSpPr>
      <p:grpSpPr>
        <a:xfrm>
          <a:off x="0" y="0"/>
          <a:ext cx="0" cy="0"/>
          <a:chOff x="0" y="0"/>
          <a:chExt cx="0" cy="0"/>
        </a:xfrm>
      </p:grpSpPr>
      <p:sp>
        <p:nvSpPr>
          <p:cNvPr id="229" name="PlaceHolder 1">
            <a:extLst>
              <a:ext uri="{FF2B5EF4-FFF2-40B4-BE49-F238E27FC236}">
                <a16:creationId xmlns:a16="http://schemas.microsoft.com/office/drawing/2014/main" id="{3B71BFF2-34EB-4770-8004-03AA09E74D00}"/>
              </a:ext>
            </a:extLst>
          </p:cNvPr>
          <p:cNvSpPr>
            <a:spLocks noGrp="1"/>
          </p:cNvSpPr>
          <p:nvPr>
            <p:ph type="title"/>
          </p:nvPr>
        </p:nvSpPr>
        <p:spPr>
          <a:xfrm>
            <a:off x="338760" y="112680"/>
            <a:ext cx="11514240" cy="435600"/>
          </a:xfrm>
          <a:prstGeom prst="rect">
            <a:avLst/>
          </a:prstGeom>
        </p:spPr>
        <p:txBody>
          <a:bodyPr lIns="90000" tIns="45000" rIns="90000" bIns="45000">
            <a:noAutofit/>
          </a:bodyPr>
          <a:lstStyle/>
          <a:p>
            <a:pPr>
              <a:lnSpc>
                <a:spcPct val="90000"/>
              </a:lnSpc>
              <a:buNone/>
            </a:pPr>
            <a:r>
              <a:rPr sz="2800" b="1" strike="noStrike" spc="-1">
                <a:solidFill>
                  <a:srgbClr val="FFFFFF"/>
                </a:solidFill>
                <a:latin typeface="Lato"/>
                <a:ea typeface="Lato"/>
                <a:cs typeface="Lato"/>
              </a:rPr>
              <a:t>Title 5:……………………………………..</a:t>
            </a:r>
            <a:endParaRPr sz="2800" b="0" strike="noStrike" spc="-1">
              <a:solidFill>
                <a:srgbClr val="000000"/>
              </a:solidFill>
              <a:latin typeface="Calibri"/>
              <a:ea typeface="Calibri"/>
              <a:cs typeface="Calibri"/>
            </a:endParaRPr>
          </a:p>
        </p:txBody>
      </p:sp>
      <p:sp>
        <p:nvSpPr>
          <p:cNvPr id="230" name="PlaceHolder 2">
            <a:extLst>
              <a:ext uri="{FF2B5EF4-FFF2-40B4-BE49-F238E27FC236}">
                <a16:creationId xmlns:a16="http://schemas.microsoft.com/office/drawing/2014/main" id="{396340AE-DC99-4147-A4D1-D4A0ABBD55F8}"/>
              </a:ext>
            </a:extLst>
          </p:cNvPr>
          <p:cNvSpPr>
            <a:spLocks noGrp="1"/>
          </p:cNvSpPr>
          <p:nvPr>
            <p:ph type="body"/>
          </p:nvPr>
        </p:nvSpPr>
        <p:spPr>
          <a:xfrm>
            <a:off x="338760" y="1406520"/>
            <a:ext cx="5756760" cy="4669920"/>
          </a:xfrm>
          <a:prstGeom prst="rect">
            <a:avLst/>
          </a:prstGeom>
        </p:spPr>
        <p:txBody>
          <a:bodyPr lIns="90000" tIns="45000" rIns="90000" bIns="45000">
            <a:noAutofit/>
          </a:bodyPr>
          <a:lstStyle/>
          <a:p>
            <a:pPr>
              <a:lnSpc>
                <a:spcPct val="100000"/>
              </a:lnSpc>
              <a:buNone/>
            </a:pPr>
            <a:r>
              <a:rPr sz="1800" b="0" strike="noStrike" spc="-1">
                <a:solidFill>
                  <a:srgbClr val="000000"/>
                </a:solidFill>
                <a:latin typeface="Lato"/>
                <a:ea typeface="Lato"/>
                <a:cs typeface="Lato"/>
              </a:rPr>
              <a:t>Chart</a:t>
            </a:r>
            <a:endParaRPr sz="1800" b="0" strike="noStrike" spc="-1">
              <a:solidFill>
                <a:srgbClr val="000000"/>
              </a:solidFill>
              <a:latin typeface="Calibri"/>
              <a:ea typeface="Calibri"/>
              <a:cs typeface="Calibri"/>
            </a:endParaRPr>
          </a:p>
        </p:txBody>
      </p:sp>
      <p:sp>
        <p:nvSpPr>
          <p:cNvPr id="231" name="PlaceHolder 3">
            <a:extLst>
              <a:ext uri="{FF2B5EF4-FFF2-40B4-BE49-F238E27FC236}">
                <a16:creationId xmlns:a16="http://schemas.microsoft.com/office/drawing/2014/main" id="{4801E4DC-8E7B-4F32-8E16-E3933AF1A1EC}"/>
              </a:ext>
            </a:extLst>
          </p:cNvPr>
          <p:cNvSpPr>
            <a:spLocks noGrp="1"/>
          </p:cNvSpPr>
          <p:nvPr>
            <p:ph type="body"/>
          </p:nvPr>
        </p:nvSpPr>
        <p:spPr>
          <a:xfrm>
            <a:off x="6210360" y="1392120"/>
            <a:ext cx="5592240" cy="4684320"/>
          </a:xfrm>
          <a:prstGeom prst="rect">
            <a:avLst/>
          </a:prstGeom>
        </p:spPr>
        <p:txBody>
          <a:bodyPr lIns="90000" tIns="45000" rIns="90000" bIns="45000">
            <a:noAutofit/>
          </a:bodyPr>
          <a:lstStyle/>
          <a:p>
            <a:pPr>
              <a:lnSpc>
                <a:spcPct val="100000"/>
              </a:lnSpc>
              <a:buNone/>
            </a:pPr>
            <a:r>
              <a:rPr sz="1800" b="0" strike="noStrike" spc="-1">
                <a:solidFill>
                  <a:srgbClr val="000000"/>
                </a:solidFill>
                <a:latin typeface="Lato"/>
                <a:ea typeface="Lato"/>
                <a:cs typeface="Lato"/>
              </a:rPr>
              <a:t>Table</a:t>
            </a:r>
            <a:endParaRPr sz="1800" b="0" strike="noStrike" spc="-1">
              <a:solidFill>
                <a:srgbClr val="000000"/>
              </a:solidFill>
              <a:latin typeface="Calibri"/>
              <a:ea typeface="Calibri"/>
              <a:cs typeface="Calibri"/>
            </a:endParaRPr>
          </a:p>
        </p:txBody>
      </p:sp>
    </p:spTree>
  </p:cSld>
  <p:clrMap bg1="lt1" tx1="dk1" bg2="lt2" tx2="dk2" accent1="accent1" accent2="accent2" accent3="accent3" accent4="accent4" accent5="accent5" accent6="accent6" hlink="hlink" folHlink="folHlink"/>
  <p:sldLayoutIdLst>
    <p:sldLayoutId id="2147483727"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 id="2147483736" r:id="rId10"/>
    <p:sldLayoutId id="2147483737" r:id="rId11"/>
    <p:sldLayoutId id="2147483738" r:id="rId12"/>
  </p:sldLayoutIdLst>
  <p:txStyles>
    <p:titleStyle>
      <a:lvl1pPr algn="l" defTabSz="914400">
        <a:lnSpc>
          <a:spcPct val="90000"/>
        </a:lnSpc>
        <a:spcBef>
          <a:spcPct val="0"/>
        </a:spcBef>
        <a:buNone/>
        <a:defRPr sz="4400" kern="1200">
          <a:solidFill>
            <a:schemeClr val="tx1"/>
          </a:solidFill>
          <a:latin typeface="+mj-lt"/>
          <a:ea typeface="+mj-lt"/>
          <a:cs typeface="+mj-lt"/>
        </a:defRPr>
      </a:lvl1pPr>
    </p:titleStyle>
    <p:bodyStyle>
      <a:lvl1pPr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Pr>
        <a:blipFill rotWithShape="0">
          <a:blip r:embed="rId14"/>
          <a:stretch>
            <a:fillRect/>
          </a:stretch>
        </a:blipFill>
        <a:effectLst/>
      </p:bgPr>
    </p:bg>
    <p:spTree>
      <p:nvGrpSpPr>
        <p:cNvPr id="1" name=""/>
        <p:cNvGrpSpPr/>
        <p:nvPr/>
      </p:nvGrpSpPr>
      <p:grpSpPr>
        <a:xfrm>
          <a:off x="0" y="0"/>
          <a:ext cx="0" cy="0"/>
          <a:chOff x="0" y="0"/>
          <a:chExt cx="0" cy="0"/>
        </a:xfrm>
      </p:grpSpPr>
      <p:sp>
        <p:nvSpPr>
          <p:cNvPr id="268" name="PlaceHolder 1">
            <a:extLst>
              <a:ext uri="{FF2B5EF4-FFF2-40B4-BE49-F238E27FC236}">
                <a16:creationId xmlns:a16="http://schemas.microsoft.com/office/drawing/2014/main" id="{E6413D03-2F9E-4A01-AEB1-B6CA2B5C5E94}"/>
              </a:ext>
            </a:extLst>
          </p:cNvPr>
          <p:cNvSpPr>
            <a:spLocks noGrp="1"/>
          </p:cNvSpPr>
          <p:nvPr>
            <p:ph type="title"/>
          </p:nvPr>
        </p:nvSpPr>
        <p:spPr>
          <a:xfrm>
            <a:off x="609480" y="273600"/>
            <a:ext cx="10972440" cy="1144800"/>
          </a:xfrm>
          <a:prstGeom prst="rect">
            <a:avLst/>
          </a:prstGeom>
        </p:spPr>
        <p:txBody>
          <a:bodyPr lIns="0" tIns="0" rIns="0" bIns="0" anchor="ctr">
            <a:noAutofit/>
          </a:bodyPr>
          <a:lstStyle/>
          <a:p>
            <a:r>
              <a:rPr sz="1800" b="0" strike="noStrike" spc="-1">
                <a:solidFill>
                  <a:srgbClr val="000000"/>
                </a:solidFill>
                <a:latin typeface="Calibri"/>
                <a:ea typeface="Calibri"/>
                <a:cs typeface="Calibri"/>
              </a:rPr>
              <a:t>Click to edit the title text format</a:t>
            </a:r>
          </a:p>
        </p:txBody>
      </p:sp>
      <p:sp>
        <p:nvSpPr>
          <p:cNvPr id="269" name="PlaceHolder 2">
            <a:extLst>
              <a:ext uri="{FF2B5EF4-FFF2-40B4-BE49-F238E27FC236}">
                <a16:creationId xmlns:a16="http://schemas.microsoft.com/office/drawing/2014/main" id="{9E165498-8993-4E94-8E82-850A0F00B4A9}"/>
              </a:ext>
            </a:extLst>
          </p:cNvPr>
          <p:cNvSpPr>
            <a:spLocks noGrp="1"/>
          </p:cNvSpPr>
          <p:nvPr>
            <p:ph type="body"/>
          </p:nvPr>
        </p:nvSpPr>
        <p:spPr>
          <a:xfrm>
            <a:off x="609480" y="1604520"/>
            <a:ext cx="10972440" cy="3977280"/>
          </a:xfrm>
          <a:prstGeom prst="rect">
            <a:avLst/>
          </a:prstGeom>
        </p:spPr>
        <p:txBody>
          <a:bodyPr lIns="0" tIns="0" rIns="0" bIns="0">
            <a:normAutofit/>
          </a:bodyPr>
          <a:lstStyle/>
          <a:p>
            <a:pPr marL="432000" indent="-324000">
              <a:spcBef>
                <a:spcPts val="1417"/>
              </a:spcBef>
              <a:buClr>
                <a:srgbClr val="000000"/>
              </a:buClr>
              <a:buSzPct val="45000"/>
              <a:buFont typeface="Wingdings"/>
              <a:buChar char=""/>
            </a:pPr>
            <a:r>
              <a:rPr sz="2800" b="0" strike="noStrike" spc="-1">
                <a:solidFill>
                  <a:srgbClr val="000000"/>
                </a:solidFill>
                <a:latin typeface="Calibri"/>
                <a:ea typeface="Calibri"/>
                <a:cs typeface="Calibri"/>
              </a:rPr>
              <a:t>Click to edit the outline text format</a:t>
            </a:r>
          </a:p>
          <a:p>
            <a:pPr marL="864000" lvl="1" indent="-324000">
              <a:spcBef>
                <a:spcPts val="1134"/>
              </a:spcBef>
              <a:buClr>
                <a:srgbClr val="000000"/>
              </a:buClr>
              <a:buSzPct val="75000"/>
              <a:buFont typeface="Symbol"/>
              <a:buChar char=""/>
            </a:pPr>
            <a:r>
              <a:rPr sz="2000" b="0" strike="noStrike" spc="-1">
                <a:solidFill>
                  <a:srgbClr val="000000"/>
                </a:solidFill>
                <a:latin typeface="Calibri"/>
                <a:ea typeface="Calibri"/>
                <a:cs typeface="Calibri"/>
              </a:rPr>
              <a:t>Second Outline Level</a:t>
            </a:r>
          </a:p>
          <a:p>
            <a:pPr marL="1296000" lvl="2" indent="-288000">
              <a:spcBef>
                <a:spcPts val="850"/>
              </a:spcBef>
              <a:buClr>
                <a:srgbClr val="000000"/>
              </a:buClr>
              <a:buSzPct val="45000"/>
              <a:buFont typeface="Wingdings"/>
              <a:buChar char=""/>
            </a:pPr>
            <a:r>
              <a:rPr sz="1800" b="0" strike="noStrike" spc="-1">
                <a:solidFill>
                  <a:srgbClr val="000000"/>
                </a:solidFill>
                <a:latin typeface="Calibri"/>
                <a:ea typeface="Calibri"/>
                <a:cs typeface="Calibri"/>
              </a:rPr>
              <a:t>Third Outline Level</a:t>
            </a:r>
          </a:p>
          <a:p>
            <a:pPr marL="1728000" lvl="3" indent="-216000">
              <a:spcBef>
                <a:spcPts val="567"/>
              </a:spcBef>
              <a:buClr>
                <a:srgbClr val="000000"/>
              </a:buClr>
              <a:buSzPct val="75000"/>
              <a:buFont typeface="Symbol"/>
              <a:buChar char=""/>
            </a:pPr>
            <a:r>
              <a:rPr sz="1800" b="0" strike="noStrike" spc="-1">
                <a:solidFill>
                  <a:srgbClr val="000000"/>
                </a:solidFill>
                <a:latin typeface="Calibri"/>
                <a:ea typeface="Calibri"/>
                <a:cs typeface="Calibri"/>
              </a:rPr>
              <a:t>Fourth Outline Level</a:t>
            </a:r>
          </a:p>
          <a:p>
            <a:pPr marL="2160000" lvl="4" indent="-216000">
              <a:spcBef>
                <a:spcPts val="283"/>
              </a:spcBef>
              <a:buClr>
                <a:srgbClr val="000000"/>
              </a:buClr>
              <a:buSzPct val="45000"/>
              <a:buFont typeface="Wingdings"/>
              <a:buChar char=""/>
            </a:pPr>
            <a:r>
              <a:rPr sz="2000" b="0" strike="noStrike" spc="-1">
                <a:solidFill>
                  <a:srgbClr val="000000"/>
                </a:solidFill>
                <a:latin typeface="Calibri"/>
                <a:ea typeface="Calibri"/>
                <a:cs typeface="Calibri"/>
              </a:rPr>
              <a:t>Fifth Outline Level</a:t>
            </a:r>
          </a:p>
          <a:p>
            <a:pPr marL="2592000" lvl="5" indent="-216000">
              <a:spcBef>
                <a:spcPts val="283"/>
              </a:spcBef>
              <a:buClr>
                <a:srgbClr val="000000"/>
              </a:buClr>
              <a:buSzPct val="45000"/>
              <a:buFont typeface="Wingdings"/>
              <a:buChar char=""/>
            </a:pPr>
            <a:r>
              <a:rPr sz="2000" b="0" strike="noStrike" spc="-1">
                <a:solidFill>
                  <a:srgbClr val="000000"/>
                </a:solidFill>
                <a:latin typeface="Calibri"/>
                <a:ea typeface="Calibri"/>
                <a:cs typeface="Calibri"/>
              </a:rPr>
              <a:t>Sixth Outline Level</a:t>
            </a:r>
          </a:p>
          <a:p>
            <a:pPr marL="3024000" lvl="6" indent="-216000">
              <a:spcBef>
                <a:spcPts val="283"/>
              </a:spcBef>
              <a:buClr>
                <a:srgbClr val="000000"/>
              </a:buClr>
              <a:buSzPct val="45000"/>
              <a:buFont typeface="Wingdings"/>
              <a:buChar char=""/>
            </a:pPr>
            <a:r>
              <a:rPr sz="2000" b="0" strike="noStrike" spc="-1">
                <a:solidFill>
                  <a:srgbClr val="000000"/>
                </a:solidFill>
                <a:latin typeface="Calibri"/>
                <a:ea typeface="Calibri"/>
                <a:cs typeface="Calibri"/>
              </a:rPr>
              <a:t>Seventh Outline Level</a:t>
            </a:r>
          </a:p>
        </p:txBody>
      </p:sp>
    </p:spTree>
  </p:cSld>
  <p:clrMap bg1="lt1" tx1="dk1" bg2="lt2" tx2="dk2" accent1="accent1" accent2="accent2" accent3="accent3" accent4="accent4" accent5="accent5" accent6="accent6" hlink="hlink" folHlink="folHlink"/>
  <p:sldLayoutIdLst>
    <p:sldLayoutId id="2147483740" r:id="rId1"/>
    <p:sldLayoutId id="2147483741" r:id="rId2"/>
    <p:sldLayoutId id="2147483742" r:id="rId3"/>
    <p:sldLayoutId id="2147483743" r:id="rId4"/>
    <p:sldLayoutId id="2147483744" r:id="rId5"/>
    <p:sldLayoutId id="2147483745" r:id="rId6"/>
    <p:sldLayoutId id="2147483746" r:id="rId7"/>
    <p:sldLayoutId id="2147483747" r:id="rId8"/>
    <p:sldLayoutId id="2147483748" r:id="rId9"/>
    <p:sldLayoutId id="2147483749" r:id="rId10"/>
    <p:sldLayoutId id="2147483750" r:id="rId11"/>
    <p:sldLayoutId id="2147483751" r:id="rId12"/>
  </p:sldLayoutIdLst>
  <p:txStyles>
    <p:titleStyle>
      <a:lvl1pPr algn="l" defTabSz="914400">
        <a:lnSpc>
          <a:spcPct val="90000"/>
        </a:lnSpc>
        <a:spcBef>
          <a:spcPct val="0"/>
        </a:spcBef>
        <a:buNone/>
        <a:defRPr sz="4400" kern="1200">
          <a:solidFill>
            <a:schemeClr val="tx1"/>
          </a:solidFill>
          <a:latin typeface="+mj-lt"/>
          <a:ea typeface="+mj-lt"/>
          <a:cs typeface="+mj-lt"/>
        </a:defRPr>
      </a:lvl1pPr>
    </p:titleStyle>
    <p:bodyStyle>
      <a:lvl1pPr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8.jpg"/><Relationship Id="rId4"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 Id="rId3" Type="http://schemas.openxmlformats.org/officeDocument/2006/relationships/image" Target="../media/image10.jp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 Id="rId3" Type="http://schemas.openxmlformats.org/officeDocument/2006/relationships/image" Target="../media/image11.jpg"/><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2.xml"/><Relationship Id="rId3" Type="http://schemas.openxmlformats.org/officeDocument/2006/relationships/image" Target="../media/image12.jpg"/><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5.xml"/><Relationship Id="rId3" Type="http://schemas.openxmlformats.org/officeDocument/2006/relationships/image" Target="../media/image13.jpg"/><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7.xml"/><Relationship Id="rId3" Type="http://schemas.openxmlformats.org/officeDocument/2006/relationships/chart" Target="../charts/char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8.xml"/><Relationship Id="rId3" Type="http://schemas.openxmlformats.org/officeDocument/2006/relationships/image" Target="../media/image14.jpg"/><Relationship Id="rId4"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1.xml"/><Relationship Id="rId3" Type="http://schemas.openxmlformats.org/officeDocument/2006/relationships/image" Target="../media/image15.jpg"/><Relationship Id="rId4"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6.xml"/><Relationship Id="rId3" Type="http://schemas.openxmlformats.org/officeDocument/2006/relationships/image" Target="../media/image8.jpg"/><Relationship Id="rId4" Type="http://schemas.openxmlformats.org/officeDocument/2006/relationships/image" Target="../media/image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photo" descr="cover.jpg"/>
          <p:cNvPicPr>
            <a:picLocks noChangeAspect="1"/>
          </p:cNvPicPr>
          <p:nvPr/>
        </p:nvPicPr>
        <p:blipFill>
          <a:blip r:embed="rId3"/>
          <a:stretch>
            <a:fillRect/>
          </a:stretch>
        </p:blipFill>
        <p:spPr>
          <a:xfrm>
            <a:off x="0" y="0"/>
            <a:ext cx="12191695" cy="6858000"/>
          </a:xfrm>
          <a:prstGeom prst="rect">
            <a:avLst/>
          </a:prstGeom>
        </p:spPr>
      </p:pic>
      <p:pic>
        <p:nvPicPr>
          <p:cNvPr id="3" name="Picture 2" descr="hust_logo.png"/>
          <p:cNvPicPr>
            <a:picLocks noChangeAspect="1"/>
          </p:cNvPicPr>
          <p:nvPr/>
        </p:nvPicPr>
        <p:blipFill>
          <a:blip r:embed="rId4"/>
          <a:stretch>
            <a:fillRect/>
          </a:stretch>
        </p:blipFill>
        <p:spPr>
          <a:xfrm>
            <a:off x="393192" y="274320"/>
            <a:ext cx="3172968" cy="1152144"/>
          </a:xfrm>
          <a:prstGeom prst="rect">
            <a:avLst/>
          </a:prstGeom>
        </p:spPr>
      </p:pic>
      <p:sp>
        <p:nvSpPr>
          <p:cNvPr id="4" name="TextBox 3"/>
          <p:cNvSpPr txBox="1"/>
          <p:nvPr/>
        </p:nvSpPr>
        <p:spPr>
          <a:xfrm>
            <a:off x="685800" y="1600200"/>
            <a:ext cx="6949440" cy="1920240"/>
          </a:xfrm>
          <a:prstGeom prst="rect">
            <a:avLst/>
          </a:prstGeom>
          <a:noFill/>
        </p:spPr>
        <p:txBody>
          <a:bodyPr wrap="square" anchor="t" lIns="45720" rIns="45720" tIns="18288" bIns="18288"/>
          <a:lstStyle/>
          <a:p>
            <a:pPr>
              <a:spcBef>
                <a:spcPts val="0"/>
              </a:spcBef>
              <a:buNone/>
            </a:pPr>
            <a:r>
              <a:rPr sz="3800" b="1">
                <a:solidFill>
                  <a:srgbClr val="C00000"/>
                </a:solidFill>
                <a:latin typeface="Roboto Black"/>
                <a:ea typeface="Roboto Black"/>
                <a:cs typeface="Roboto Black"/>
              </a:rPr>
              <a:t>Multi-Agent Systems &amp;</a:t>
            </a:r>
          </a:p>
          <a:p>
            <a:pPr>
              <a:spcBef>
                <a:spcPts val="0"/>
              </a:spcBef>
              <a:buNone/>
            </a:pPr>
            <a:r>
              <a:rPr sz="3800" b="1">
                <a:solidFill>
                  <a:srgbClr val="C00000"/>
                </a:solidFill>
                <a:latin typeface="Roboto Black"/>
                <a:ea typeface="Roboto Black"/>
                <a:cs typeface="Roboto Black"/>
              </a:rPr>
              <a:t>Collaborative Reasoning</a:t>
            </a:r>
          </a:p>
          <a:p>
            <a:pPr>
              <a:spcBef>
                <a:spcPts val="800"/>
              </a:spcBef>
              <a:buNone/>
            </a:pPr>
            <a:r>
              <a:rPr sz="1900" b="1">
                <a:solidFill>
                  <a:srgbClr val="003366"/>
                </a:solidFill>
                <a:latin typeface="Roboto Black"/>
                <a:ea typeface="Roboto Black"/>
                <a:cs typeface="Roboto Black"/>
              </a:rPr>
              <a:t>Khảo sát, phân tích và đánh giá 8 nghiên cứu năm 2026</a:t>
            </a:r>
          </a:p>
          <a:p>
            <a:pPr>
              <a:spcBef>
                <a:spcPts val="400"/>
              </a:spcBef>
              <a:buNone/>
            </a:pPr>
            <a:r>
              <a:rPr sz="1400" b="0">
                <a:solidFill>
                  <a:srgbClr val="666666"/>
                </a:solidFill>
                <a:latin typeface="Roboto Medium"/>
                <a:ea typeface="Roboto Medium"/>
                <a:cs typeface="Roboto Medium"/>
              </a:rPr>
              <a:t>Báo cáo Bài tập lớn · Hình thức tiểu luận · Chủ đề số 3</a:t>
            </a:r>
          </a:p>
        </p:txBody>
      </p:sp>
      <p:sp>
        <p:nvSpPr>
          <p:cNvPr id="5" name="TextBox 4"/>
          <p:cNvSpPr txBox="1"/>
          <p:nvPr/>
        </p:nvSpPr>
        <p:spPr>
          <a:xfrm>
            <a:off x="685800" y="3977639"/>
            <a:ext cx="3017520" cy="1508760"/>
          </a:xfrm>
          <a:prstGeom prst="rect">
            <a:avLst/>
          </a:prstGeom>
          <a:noFill/>
        </p:spPr>
        <p:txBody>
          <a:bodyPr wrap="square" anchor="t" lIns="45720" rIns="45720" tIns="18288" bIns="18288"/>
          <a:lstStyle/>
          <a:p>
            <a:pPr>
              <a:spcBef>
                <a:spcPts val="0"/>
              </a:spcBef>
              <a:buNone/>
            </a:pPr>
            <a:r>
              <a:rPr sz="1600" b="1">
                <a:solidFill>
                  <a:srgbClr val="003366"/>
                </a:solidFill>
                <a:latin typeface="Roboto Black"/>
                <a:ea typeface="Roboto Black"/>
                <a:cs typeface="Roboto Black"/>
              </a:rPr>
              <a:t>Nhóm thực hiện</a:t>
            </a:r>
          </a:p>
          <a:p>
            <a:pPr>
              <a:spcBef>
                <a:spcPts val="300"/>
              </a:spcBef>
              <a:buNone/>
            </a:pPr>
            <a:r>
              <a:rPr sz="1500" b="0">
                <a:solidFill>
                  <a:srgbClr val="222222"/>
                </a:solidFill>
                <a:latin typeface="Roboto Medium"/>
                <a:ea typeface="Roboto Medium"/>
                <a:cs typeface="Roboto Medium"/>
              </a:rPr>
              <a:t>Trần Xuân Hương</a:t>
            </a:r>
          </a:p>
          <a:p>
            <a:pPr>
              <a:spcBef>
                <a:spcPts val="300"/>
              </a:spcBef>
              <a:buNone/>
            </a:pPr>
            <a:r>
              <a:rPr sz="1500" b="0">
                <a:solidFill>
                  <a:srgbClr val="222222"/>
                </a:solidFill>
                <a:latin typeface="Roboto Medium"/>
                <a:ea typeface="Roboto Medium"/>
                <a:cs typeface="Roboto Medium"/>
              </a:rPr>
              <a:t>Vũ Tùng Dương</a:t>
            </a:r>
          </a:p>
          <a:p>
            <a:pPr>
              <a:spcBef>
                <a:spcPts val="300"/>
              </a:spcBef>
              <a:buNone/>
            </a:pPr>
            <a:r>
              <a:rPr sz="1500" b="0">
                <a:solidFill>
                  <a:srgbClr val="222222"/>
                </a:solidFill>
                <a:latin typeface="Roboto Medium"/>
                <a:ea typeface="Roboto Medium"/>
                <a:cs typeface="Roboto Medium"/>
              </a:rPr>
              <a:t>Phạm Việt Dũng</a:t>
            </a:r>
          </a:p>
          <a:p>
            <a:pPr>
              <a:spcBef>
                <a:spcPts val="300"/>
              </a:spcBef>
              <a:buNone/>
            </a:pPr>
            <a:r>
              <a:rPr sz="1500" b="0">
                <a:solidFill>
                  <a:srgbClr val="222222"/>
                </a:solidFill>
                <a:latin typeface="Roboto Medium"/>
                <a:ea typeface="Roboto Medium"/>
                <a:cs typeface="Roboto Medium"/>
              </a:rPr>
              <a:t>Lê Văn Đức</a:t>
            </a:r>
          </a:p>
        </p:txBody>
      </p:sp>
      <p:sp>
        <p:nvSpPr>
          <p:cNvPr id="6" name="TextBox 5"/>
          <p:cNvSpPr txBox="1"/>
          <p:nvPr/>
        </p:nvSpPr>
        <p:spPr>
          <a:xfrm>
            <a:off x="3794760" y="3977639"/>
            <a:ext cx="3291840" cy="822960"/>
          </a:xfrm>
          <a:prstGeom prst="rect">
            <a:avLst/>
          </a:prstGeom>
          <a:noFill/>
        </p:spPr>
        <p:txBody>
          <a:bodyPr wrap="square" anchor="t" lIns="45720" rIns="45720" tIns="18288" bIns="18288"/>
          <a:lstStyle/>
          <a:p>
            <a:pPr>
              <a:spcBef>
                <a:spcPts val="0"/>
              </a:spcBef>
              <a:buNone/>
            </a:pPr>
            <a:r>
              <a:rPr sz="1600" b="1">
                <a:solidFill>
                  <a:srgbClr val="003366"/>
                </a:solidFill>
                <a:latin typeface="Roboto Black"/>
                <a:ea typeface="Roboto Black"/>
                <a:cs typeface="Roboto Black"/>
              </a:rPr>
              <a:t>Giảng viên hướng dẫn</a:t>
            </a:r>
          </a:p>
          <a:p>
            <a:pPr>
              <a:spcBef>
                <a:spcPts val="300"/>
              </a:spcBef>
              <a:buNone/>
            </a:pPr>
            <a:r>
              <a:rPr sz="1500" b="0">
                <a:solidFill>
                  <a:srgbClr val="222222"/>
                </a:solidFill>
                <a:latin typeface="Roboto Medium"/>
                <a:ea typeface="Roboto Medium"/>
                <a:cs typeface="Roboto Medium"/>
              </a:rPr>
              <a:t>PGS.TS. Lê Thanh Hương</a:t>
            </a:r>
          </a:p>
        </p:txBody>
      </p:sp>
      <p:sp>
        <p:nvSpPr>
          <p:cNvPr id="7" name="TextBox 6"/>
          <p:cNvSpPr txBox="1"/>
          <p:nvPr/>
        </p:nvSpPr>
        <p:spPr>
          <a:xfrm>
            <a:off x="685800" y="5532120"/>
            <a:ext cx="6858000" cy="365760"/>
          </a:xfrm>
          <a:prstGeom prst="rect">
            <a:avLst/>
          </a:prstGeom>
          <a:noFill/>
        </p:spPr>
        <p:txBody>
          <a:bodyPr wrap="square" anchor="t" lIns="45720" rIns="45720" tIns="18288" bIns="18288"/>
          <a:lstStyle/>
          <a:p>
            <a:pPr>
              <a:spcBef>
                <a:spcPts val="0"/>
              </a:spcBef>
              <a:buNone/>
            </a:pPr>
            <a:r>
              <a:rPr sz="1300" b="0">
                <a:solidFill>
                  <a:srgbClr val="666666"/>
                </a:solidFill>
                <a:latin typeface="Roboto Medium"/>
                <a:ea typeface="Roboto Medium"/>
                <a:cs typeface="Roboto Medium"/>
              </a:rPr>
              <a:t>Học phần IT4772 – Xử lý ngôn ngữ tự nhiên · Đại học Bách khoa Hà Nội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20040" y="64008"/>
            <a:ext cx="9509760" cy="548640"/>
          </a:xfrm>
          <a:prstGeom prst="rect">
            <a:avLst/>
          </a:prstGeom>
          <a:noFill/>
        </p:spPr>
        <p:txBody>
          <a:bodyPr wrap="square" anchor="ctr" lIns="45720" rIns="45720" tIns="18288" bIns="18288"/>
          <a:lstStyle/>
          <a:p>
            <a:pPr>
              <a:spcBef>
                <a:spcPts val="0"/>
              </a:spcBef>
              <a:buNone/>
            </a:pPr>
            <a:r>
              <a:rPr sz="2200" b="1">
                <a:solidFill>
                  <a:srgbClr val="FFFFFF"/>
                </a:solidFill>
                <a:latin typeface="Roboto Black"/>
                <a:ea typeface="Roboto Black"/>
                <a:cs typeface="Roboto Black"/>
              </a:rPr>
              <a:t>Nội dung trình bày</a:t>
            </a:r>
          </a:p>
        </p:txBody>
      </p:sp>
      <p:sp>
        <p:nvSpPr>
          <p:cNvPr id="3" name="Section"/>
          <p:cNvSpPr txBox="1"/>
          <p:nvPr/>
        </p:nvSpPr>
        <p:spPr>
          <a:xfrm>
            <a:off x="9784080" y="64008"/>
            <a:ext cx="2103120" cy="548640"/>
          </a:xfrm>
          <a:prstGeom prst="rect">
            <a:avLst/>
          </a:prstGeom>
          <a:noFill/>
        </p:spPr>
        <p:txBody>
          <a:bodyPr wrap="square" anchor="ctr" lIns="45720" rIns="45720" tIns="18288" bIns="18288"/>
          <a:lstStyle/>
          <a:p>
            <a:pPr algn="r">
              <a:spcBef>
                <a:spcPts val="0"/>
              </a:spcBef>
              <a:buNone/>
            </a:pPr>
          </a:p>
        </p:txBody>
      </p:sp>
      <p:sp>
        <p:nvSpPr>
          <p:cNvPr id="4" name="Slide number"/>
          <p:cNvSpPr txBox="1"/>
          <p:nvPr/>
        </p:nvSpPr>
        <p:spPr>
          <a:xfrm>
            <a:off x="11155680" y="6199632"/>
            <a:ext cx="731520" cy="256032"/>
          </a:xfrm>
          <a:prstGeom prst="rect">
            <a:avLst/>
          </a:prstGeom>
          <a:noFill/>
        </p:spPr>
        <p:txBody>
          <a:bodyPr wrap="square" anchor="t" lIns="45720" rIns="45720" tIns="18288" bIns="18288"/>
          <a:lstStyle/>
          <a:p>
            <a:pPr algn="r">
              <a:spcBef>
                <a:spcPts val="0"/>
              </a:spcBef>
              <a:buNone/>
            </a:pPr>
            <a:r>
              <a:rPr sz="1000" b="0">
                <a:solidFill>
                  <a:srgbClr val="666666"/>
                </a:solidFill>
                <a:latin typeface="Roboto Medium"/>
                <a:ea typeface="Roboto Medium"/>
                <a:cs typeface="Roboto Medium"/>
              </a:rPr>
              <a:t>2</a:t>
            </a:r>
          </a:p>
        </p:txBody>
      </p:sp>
      <p:sp>
        <p:nvSpPr>
          <p:cNvPr id="5" name="HUST footer name mask"/>
          <p:cNvSpPr/>
          <p:nvPr/>
        </p:nvSpPr>
        <p:spPr>
          <a:xfrm>
            <a:off x="649224" y="6126480"/>
            <a:ext cx="3273552" cy="5212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HUST footer Vietnamese name"/>
          <p:cNvSpPr txBox="1"/>
          <p:nvPr/>
        </p:nvSpPr>
        <p:spPr>
          <a:xfrm>
            <a:off x="667512" y="6135624"/>
            <a:ext cx="3236976" cy="256032"/>
          </a:xfrm>
          <a:prstGeom prst="rect">
            <a:avLst/>
          </a:prstGeom>
          <a:noFill/>
        </p:spPr>
        <p:txBody>
          <a:bodyPr wrap="square" anchor="t" lIns="0" rIns="0" tIns="0" bIns="0"/>
          <a:lstStyle/>
          <a:p>
            <a:pPr>
              <a:spcBef>
                <a:spcPts val="0"/>
              </a:spcBef>
              <a:buNone/>
            </a:pPr>
            <a:r>
              <a:rPr sz="1688" b="1">
                <a:solidFill>
                  <a:srgbClr val="3F3F3F"/>
                </a:solidFill>
                <a:latin typeface="Roboto Black"/>
                <a:ea typeface="Roboto Black"/>
                <a:cs typeface="Roboto Black"/>
              </a:rPr>
              <a:t>ĐẠI HỌC BÁCH KHOA HÀ NỘI</a:t>
            </a:r>
          </a:p>
        </p:txBody>
      </p:sp>
      <p:sp>
        <p:nvSpPr>
          <p:cNvPr id="7" name="HUST footer English name"/>
          <p:cNvSpPr txBox="1"/>
          <p:nvPr/>
        </p:nvSpPr>
        <p:spPr>
          <a:xfrm>
            <a:off x="667512" y="6391656"/>
            <a:ext cx="3236976" cy="219456"/>
          </a:xfrm>
          <a:prstGeom prst="rect">
            <a:avLst/>
          </a:prstGeom>
          <a:noFill/>
        </p:spPr>
        <p:txBody>
          <a:bodyPr wrap="square" anchor="t" lIns="0" rIns="0" tIns="0" bIns="0"/>
          <a:lstStyle/>
          <a:p>
            <a:pPr>
              <a:spcBef>
                <a:spcPts val="0"/>
              </a:spcBef>
              <a:buNone/>
            </a:pPr>
            <a:r>
              <a:rPr sz="1000" b="0">
                <a:solidFill>
                  <a:srgbClr val="3F3F3F"/>
                </a:solidFill>
                <a:latin typeface="Roboto Medium"/>
                <a:ea typeface="Roboto Medium"/>
                <a:cs typeface="Roboto Medium"/>
              </a:rPr>
              <a:t>HANOI UNIVERSITY OF SCIENCE AND TECHNOLOGY</a:t>
            </a:r>
          </a:p>
        </p:txBody>
      </p:sp>
      <p:sp>
        <p:nvSpPr>
          <p:cNvPr id="8" name="Rounded Rectangle 7"/>
          <p:cNvSpPr/>
          <p:nvPr/>
        </p:nvSpPr>
        <p:spPr>
          <a:xfrm>
            <a:off x="411480" y="1234440"/>
            <a:ext cx="685800" cy="1005840"/>
          </a:xfrm>
          <a:prstGeom prst="roundRect">
            <a:avLst>
              <a:gd name="adj" fmla="val 12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11480" y="1234440"/>
            <a:ext cx="685800" cy="1005840"/>
          </a:xfrm>
          <a:prstGeom prst="rect">
            <a:avLst/>
          </a:prstGeom>
          <a:noFill/>
        </p:spPr>
        <p:txBody>
          <a:bodyPr wrap="square" anchor="ctr" lIns="45720" rIns="45720" tIns="18288" bIns="18288"/>
          <a:lstStyle/>
          <a:p>
            <a:pPr algn="ctr">
              <a:spcBef>
                <a:spcPts val="0"/>
              </a:spcBef>
              <a:buNone/>
            </a:pPr>
            <a:r>
              <a:rPr sz="2600" b="1">
                <a:solidFill>
                  <a:srgbClr val="FFFFFF"/>
                </a:solidFill>
                <a:latin typeface="Roboto Black"/>
                <a:ea typeface="Roboto Black"/>
                <a:cs typeface="Roboto Black"/>
              </a:rPr>
              <a:t>1</a:t>
            </a:r>
          </a:p>
        </p:txBody>
      </p:sp>
      <p:sp>
        <p:nvSpPr>
          <p:cNvPr id="10" name="TextBox 9"/>
          <p:cNvSpPr txBox="1"/>
          <p:nvPr/>
        </p:nvSpPr>
        <p:spPr>
          <a:xfrm>
            <a:off x="1234440" y="1280160"/>
            <a:ext cx="4754880" cy="1005840"/>
          </a:xfrm>
          <a:prstGeom prst="rect">
            <a:avLst/>
          </a:prstGeom>
          <a:noFill/>
        </p:spPr>
        <p:txBody>
          <a:bodyPr wrap="square" anchor="t" lIns="45720" rIns="45720" tIns="18288" bIns="18288"/>
          <a:lstStyle/>
          <a:p>
            <a:pPr>
              <a:spcBef>
                <a:spcPts val="0"/>
              </a:spcBef>
              <a:buNone/>
            </a:pPr>
            <a:r>
              <a:rPr sz="2000" b="1">
                <a:solidFill>
                  <a:srgbClr val="003366"/>
                </a:solidFill>
                <a:latin typeface="Roboto Black"/>
                <a:ea typeface="Roboto Black"/>
                <a:cs typeface="Roboto Black"/>
              </a:rPr>
              <a:t>Giới thiệu</a:t>
            </a:r>
          </a:p>
          <a:p>
            <a:pPr>
              <a:spcBef>
                <a:spcPts val="400"/>
              </a:spcBef>
              <a:buNone/>
            </a:pPr>
            <a:r>
              <a:rPr sz="1500" b="0">
                <a:solidFill>
                  <a:srgbClr val="666666"/>
                </a:solidFill>
                <a:latin typeface="Roboto Medium"/>
                <a:ea typeface="Roboto Medium"/>
                <a:cs typeface="Roboto Medium"/>
              </a:rPr>
              <a:t>Bối cảnh, 4 thách thức, cách chọn 8 paper, taxonomy</a:t>
            </a:r>
          </a:p>
        </p:txBody>
      </p:sp>
      <p:sp>
        <p:nvSpPr>
          <p:cNvPr id="11" name="Rounded Rectangle 10"/>
          <p:cNvSpPr/>
          <p:nvPr/>
        </p:nvSpPr>
        <p:spPr>
          <a:xfrm>
            <a:off x="6172200" y="1234440"/>
            <a:ext cx="685800" cy="1005840"/>
          </a:xfrm>
          <a:prstGeom prst="roundRect">
            <a:avLst>
              <a:gd name="adj" fmla="val 12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172200" y="1234440"/>
            <a:ext cx="685800" cy="1005840"/>
          </a:xfrm>
          <a:prstGeom prst="rect">
            <a:avLst/>
          </a:prstGeom>
          <a:noFill/>
        </p:spPr>
        <p:txBody>
          <a:bodyPr wrap="square" anchor="ctr" lIns="45720" rIns="45720" tIns="18288" bIns="18288"/>
          <a:lstStyle/>
          <a:p>
            <a:pPr algn="ctr">
              <a:spcBef>
                <a:spcPts val="0"/>
              </a:spcBef>
              <a:buNone/>
            </a:pPr>
            <a:r>
              <a:rPr sz="2600" b="1">
                <a:solidFill>
                  <a:srgbClr val="FFFFFF"/>
                </a:solidFill>
                <a:latin typeface="Roboto Black"/>
                <a:ea typeface="Roboto Black"/>
                <a:cs typeface="Roboto Black"/>
              </a:rPr>
              <a:t>2</a:t>
            </a:r>
          </a:p>
        </p:txBody>
      </p:sp>
      <p:sp>
        <p:nvSpPr>
          <p:cNvPr id="13" name="TextBox 12"/>
          <p:cNvSpPr txBox="1"/>
          <p:nvPr/>
        </p:nvSpPr>
        <p:spPr>
          <a:xfrm>
            <a:off x="6995160" y="1280160"/>
            <a:ext cx="4754880" cy="1005840"/>
          </a:xfrm>
          <a:prstGeom prst="rect">
            <a:avLst/>
          </a:prstGeom>
          <a:noFill/>
        </p:spPr>
        <p:txBody>
          <a:bodyPr wrap="square" anchor="t" lIns="45720" rIns="45720" tIns="18288" bIns="18288"/>
          <a:lstStyle/>
          <a:p>
            <a:pPr>
              <a:spcBef>
                <a:spcPts val="0"/>
              </a:spcBef>
              <a:buNone/>
            </a:pPr>
            <a:r>
              <a:rPr sz="2000" b="1">
                <a:solidFill>
                  <a:srgbClr val="003366"/>
                </a:solidFill>
                <a:latin typeface="Roboto Black"/>
                <a:ea typeface="Roboto Black"/>
                <a:cs typeface="Roboto Black"/>
              </a:rPr>
              <a:t>Safety &amp; Robustness</a:t>
            </a:r>
          </a:p>
          <a:p>
            <a:pPr>
              <a:spcBef>
                <a:spcPts val="400"/>
              </a:spcBef>
              <a:buNone/>
            </a:pPr>
            <a:r>
              <a:rPr sz="1500" b="0">
                <a:solidFill>
                  <a:srgbClr val="666666"/>
                </a:solidFill>
                <a:latin typeface="Roboto Medium"/>
                <a:ea typeface="Roboto Medium"/>
                <a:cs typeface="Roboto Medium"/>
              </a:rPr>
              <a:t>MIRAGE · TIDE</a:t>
            </a:r>
          </a:p>
        </p:txBody>
      </p:sp>
      <p:sp>
        <p:nvSpPr>
          <p:cNvPr id="14" name="Rounded Rectangle 13"/>
          <p:cNvSpPr/>
          <p:nvPr/>
        </p:nvSpPr>
        <p:spPr>
          <a:xfrm>
            <a:off x="411480" y="2788920"/>
            <a:ext cx="685800" cy="1005840"/>
          </a:xfrm>
          <a:prstGeom prst="roundRect">
            <a:avLst>
              <a:gd name="adj" fmla="val 12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11480" y="2788920"/>
            <a:ext cx="685800" cy="1005840"/>
          </a:xfrm>
          <a:prstGeom prst="rect">
            <a:avLst/>
          </a:prstGeom>
          <a:noFill/>
        </p:spPr>
        <p:txBody>
          <a:bodyPr wrap="square" anchor="ctr" lIns="45720" rIns="45720" tIns="18288" bIns="18288"/>
          <a:lstStyle/>
          <a:p>
            <a:pPr algn="ctr">
              <a:spcBef>
                <a:spcPts val="0"/>
              </a:spcBef>
              <a:buNone/>
            </a:pPr>
            <a:r>
              <a:rPr sz="2600" b="1">
                <a:solidFill>
                  <a:srgbClr val="FFFFFF"/>
                </a:solidFill>
                <a:latin typeface="Roboto Black"/>
                <a:ea typeface="Roboto Black"/>
                <a:cs typeface="Roboto Black"/>
              </a:rPr>
              <a:t>3</a:t>
            </a:r>
          </a:p>
        </p:txBody>
      </p:sp>
      <p:sp>
        <p:nvSpPr>
          <p:cNvPr id="16" name="TextBox 15"/>
          <p:cNvSpPr txBox="1"/>
          <p:nvPr/>
        </p:nvSpPr>
        <p:spPr>
          <a:xfrm>
            <a:off x="1234440" y="2834639"/>
            <a:ext cx="4754880" cy="1005840"/>
          </a:xfrm>
          <a:prstGeom prst="rect">
            <a:avLst/>
          </a:prstGeom>
          <a:noFill/>
        </p:spPr>
        <p:txBody>
          <a:bodyPr wrap="square" anchor="t" lIns="45720" rIns="45720" tIns="18288" bIns="18288"/>
          <a:lstStyle/>
          <a:p>
            <a:pPr>
              <a:spcBef>
                <a:spcPts val="0"/>
              </a:spcBef>
              <a:buNone/>
            </a:pPr>
            <a:r>
              <a:rPr sz="2000" b="1">
                <a:solidFill>
                  <a:srgbClr val="003366"/>
                </a:solidFill>
                <a:latin typeface="Roboto Black"/>
                <a:ea typeface="Roboto Black"/>
                <a:cs typeface="Roboto Black"/>
              </a:rPr>
              <a:t>Orchestration &amp; Control</a:t>
            </a:r>
          </a:p>
          <a:p>
            <a:pPr>
              <a:spcBef>
                <a:spcPts val="400"/>
              </a:spcBef>
              <a:buNone/>
            </a:pPr>
            <a:r>
              <a:rPr sz="1500" b="0">
                <a:solidFill>
                  <a:srgbClr val="666666"/>
                </a:solidFill>
                <a:latin typeface="Roboto Medium"/>
                <a:ea typeface="Roboto Medium"/>
                <a:cs typeface="Roboto Medium"/>
              </a:rPr>
              <a:t>ProgRouter · HalluProp</a:t>
            </a:r>
          </a:p>
        </p:txBody>
      </p:sp>
      <p:sp>
        <p:nvSpPr>
          <p:cNvPr id="17" name="Rounded Rectangle 16"/>
          <p:cNvSpPr/>
          <p:nvPr/>
        </p:nvSpPr>
        <p:spPr>
          <a:xfrm>
            <a:off x="6172200" y="2788920"/>
            <a:ext cx="685800" cy="1005840"/>
          </a:xfrm>
          <a:prstGeom prst="roundRect">
            <a:avLst>
              <a:gd name="adj" fmla="val 12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172200" y="2788920"/>
            <a:ext cx="685800" cy="1005840"/>
          </a:xfrm>
          <a:prstGeom prst="rect">
            <a:avLst/>
          </a:prstGeom>
          <a:noFill/>
        </p:spPr>
        <p:txBody>
          <a:bodyPr wrap="square" anchor="ctr" lIns="45720" rIns="45720" tIns="18288" bIns="18288"/>
          <a:lstStyle/>
          <a:p>
            <a:pPr algn="ctr">
              <a:spcBef>
                <a:spcPts val="0"/>
              </a:spcBef>
              <a:buNone/>
            </a:pPr>
            <a:r>
              <a:rPr sz="2600" b="1">
                <a:solidFill>
                  <a:srgbClr val="FFFFFF"/>
                </a:solidFill>
                <a:latin typeface="Roboto Black"/>
                <a:ea typeface="Roboto Black"/>
                <a:cs typeface="Roboto Black"/>
              </a:rPr>
              <a:t>4</a:t>
            </a:r>
          </a:p>
        </p:txBody>
      </p:sp>
      <p:sp>
        <p:nvSpPr>
          <p:cNvPr id="19" name="TextBox 18"/>
          <p:cNvSpPr txBox="1"/>
          <p:nvPr/>
        </p:nvSpPr>
        <p:spPr>
          <a:xfrm>
            <a:off x="6995160" y="2834639"/>
            <a:ext cx="4754880" cy="1005840"/>
          </a:xfrm>
          <a:prstGeom prst="rect">
            <a:avLst/>
          </a:prstGeom>
          <a:noFill/>
        </p:spPr>
        <p:txBody>
          <a:bodyPr wrap="square" anchor="t" lIns="45720" rIns="45720" tIns="18288" bIns="18288"/>
          <a:lstStyle/>
          <a:p>
            <a:pPr>
              <a:spcBef>
                <a:spcPts val="0"/>
              </a:spcBef>
              <a:buNone/>
            </a:pPr>
            <a:r>
              <a:rPr sz="2000" b="1">
                <a:solidFill>
                  <a:srgbClr val="003366"/>
                </a:solidFill>
                <a:latin typeface="Roboto Black"/>
                <a:ea typeface="Roboto Black"/>
                <a:cs typeface="Roboto Black"/>
              </a:rPr>
              <a:t>Communication &amp; Interaction</a:t>
            </a:r>
          </a:p>
          <a:p>
            <a:pPr>
              <a:spcBef>
                <a:spcPts val="400"/>
              </a:spcBef>
              <a:buNone/>
            </a:pPr>
            <a:r>
              <a:rPr sz="1500" b="0">
                <a:solidFill>
                  <a:srgbClr val="666666"/>
                </a:solidFill>
                <a:latin typeface="Roboto Medium"/>
                <a:ea typeface="Roboto Medium"/>
                <a:cs typeface="Roboto Medium"/>
              </a:rPr>
              <a:t>DAIN · AGENT-RADAR</a:t>
            </a:r>
          </a:p>
        </p:txBody>
      </p:sp>
      <p:sp>
        <p:nvSpPr>
          <p:cNvPr id="20" name="Rounded Rectangle 19"/>
          <p:cNvSpPr/>
          <p:nvPr/>
        </p:nvSpPr>
        <p:spPr>
          <a:xfrm>
            <a:off x="411480" y="4343400"/>
            <a:ext cx="685800" cy="1005840"/>
          </a:xfrm>
          <a:prstGeom prst="roundRect">
            <a:avLst>
              <a:gd name="adj" fmla="val 12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11480" y="4343400"/>
            <a:ext cx="685800" cy="1005840"/>
          </a:xfrm>
          <a:prstGeom prst="rect">
            <a:avLst/>
          </a:prstGeom>
          <a:noFill/>
        </p:spPr>
        <p:txBody>
          <a:bodyPr wrap="square" anchor="ctr" lIns="45720" rIns="45720" tIns="18288" bIns="18288"/>
          <a:lstStyle/>
          <a:p>
            <a:pPr algn="ctr">
              <a:spcBef>
                <a:spcPts val="0"/>
              </a:spcBef>
              <a:buNone/>
            </a:pPr>
            <a:r>
              <a:rPr sz="2600" b="1">
                <a:solidFill>
                  <a:srgbClr val="FFFFFF"/>
                </a:solidFill>
                <a:latin typeface="Roboto Black"/>
                <a:ea typeface="Roboto Black"/>
                <a:cs typeface="Roboto Black"/>
              </a:rPr>
              <a:t>5</a:t>
            </a:r>
          </a:p>
        </p:txBody>
      </p:sp>
      <p:sp>
        <p:nvSpPr>
          <p:cNvPr id="22" name="TextBox 21"/>
          <p:cNvSpPr txBox="1"/>
          <p:nvPr/>
        </p:nvSpPr>
        <p:spPr>
          <a:xfrm>
            <a:off x="1234440" y="4389120"/>
            <a:ext cx="4754880" cy="1005840"/>
          </a:xfrm>
          <a:prstGeom prst="rect">
            <a:avLst/>
          </a:prstGeom>
          <a:noFill/>
        </p:spPr>
        <p:txBody>
          <a:bodyPr wrap="square" anchor="t" lIns="45720" rIns="45720" tIns="18288" bIns="18288"/>
          <a:lstStyle/>
          <a:p>
            <a:pPr>
              <a:spcBef>
                <a:spcPts val="0"/>
              </a:spcBef>
              <a:buNone/>
            </a:pPr>
            <a:r>
              <a:rPr sz="2000" b="1">
                <a:solidFill>
                  <a:srgbClr val="003366"/>
                </a:solidFill>
                <a:latin typeface="Roboto Black"/>
                <a:ea typeface="Roboto Black"/>
                <a:cs typeface="Roboto Black"/>
              </a:rPr>
              <a:t>Domain Applications</a:t>
            </a:r>
          </a:p>
          <a:p>
            <a:pPr>
              <a:spcBef>
                <a:spcPts val="400"/>
              </a:spcBef>
              <a:buNone/>
            </a:pPr>
            <a:r>
              <a:rPr sz="1500" b="0">
                <a:solidFill>
                  <a:srgbClr val="666666"/>
                </a:solidFill>
                <a:latin typeface="Roboto Medium"/>
                <a:ea typeface="Roboto Medium"/>
                <a:cs typeface="Roboto Medium"/>
              </a:rPr>
              <a:t>MAC-RRG · UrbanAgent</a:t>
            </a:r>
          </a:p>
        </p:txBody>
      </p:sp>
      <p:sp>
        <p:nvSpPr>
          <p:cNvPr id="23" name="Rounded Rectangle 22"/>
          <p:cNvSpPr/>
          <p:nvPr/>
        </p:nvSpPr>
        <p:spPr>
          <a:xfrm>
            <a:off x="6172200" y="4343400"/>
            <a:ext cx="685800" cy="1005840"/>
          </a:xfrm>
          <a:prstGeom prst="roundRect">
            <a:avLst>
              <a:gd name="adj" fmla="val 12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172200" y="4343400"/>
            <a:ext cx="685800" cy="1005840"/>
          </a:xfrm>
          <a:prstGeom prst="rect">
            <a:avLst/>
          </a:prstGeom>
          <a:noFill/>
        </p:spPr>
        <p:txBody>
          <a:bodyPr wrap="square" anchor="ctr" lIns="45720" rIns="45720" tIns="18288" bIns="18288"/>
          <a:lstStyle/>
          <a:p>
            <a:pPr algn="ctr">
              <a:spcBef>
                <a:spcPts val="0"/>
              </a:spcBef>
              <a:buNone/>
            </a:pPr>
            <a:r>
              <a:rPr sz="2600" b="1">
                <a:solidFill>
                  <a:srgbClr val="FFFFFF"/>
                </a:solidFill>
                <a:latin typeface="Roboto Black"/>
                <a:ea typeface="Roboto Black"/>
                <a:cs typeface="Roboto Black"/>
              </a:rPr>
              <a:t>6</a:t>
            </a:r>
          </a:p>
        </p:txBody>
      </p:sp>
      <p:sp>
        <p:nvSpPr>
          <p:cNvPr id="25" name="TextBox 24"/>
          <p:cNvSpPr txBox="1"/>
          <p:nvPr/>
        </p:nvSpPr>
        <p:spPr>
          <a:xfrm>
            <a:off x="6995160" y="4389120"/>
            <a:ext cx="4754880" cy="1005840"/>
          </a:xfrm>
          <a:prstGeom prst="rect">
            <a:avLst/>
          </a:prstGeom>
          <a:noFill/>
        </p:spPr>
        <p:txBody>
          <a:bodyPr wrap="square" anchor="t" lIns="45720" rIns="45720" tIns="18288" bIns="18288"/>
          <a:lstStyle/>
          <a:p>
            <a:pPr>
              <a:spcBef>
                <a:spcPts val="0"/>
              </a:spcBef>
              <a:buNone/>
            </a:pPr>
            <a:r>
              <a:rPr sz="2000" b="1">
                <a:solidFill>
                  <a:srgbClr val="003366"/>
                </a:solidFill>
                <a:latin typeface="Roboto Black"/>
                <a:ea typeface="Roboto Black"/>
                <a:cs typeface="Roboto Black"/>
              </a:rPr>
              <a:t>So sánh &amp; kết luận</a:t>
            </a:r>
          </a:p>
          <a:p>
            <a:pPr>
              <a:spcBef>
                <a:spcPts val="400"/>
              </a:spcBef>
              <a:buNone/>
            </a:pPr>
            <a:r>
              <a:rPr sz="1500" b="0">
                <a:solidFill>
                  <a:srgbClr val="666666"/>
                </a:solidFill>
                <a:latin typeface="Roboto Medium"/>
                <a:ea typeface="Roboto Medium"/>
                <a:cs typeface="Roboto Medium"/>
              </a:rPr>
              <a:t>So sánh hệ thống, research gap, hướng phát triển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photo" descr="p1.jpg"/>
          <p:cNvPicPr>
            <a:picLocks noChangeAspect="1"/>
          </p:cNvPicPr>
          <p:nvPr/>
        </p:nvPicPr>
        <p:blipFill>
          <a:blip r:embed="rId3"/>
          <a:stretch>
            <a:fillRect/>
          </a:stretch>
        </p:blipFill>
        <p:spPr>
          <a:xfrm>
            <a:off x="0" y="0"/>
            <a:ext cx="12191695" cy="6858000"/>
          </a:xfrm>
          <a:prstGeom prst="rect">
            <a:avLst/>
          </a:prstGeom>
        </p:spPr>
      </p:pic>
      <p:pic>
        <p:nvPicPr>
          <p:cNvPr id="3" name="Picture 2" descr="hust_logo.png"/>
          <p:cNvPicPr>
            <a:picLocks noChangeAspect="1"/>
          </p:cNvPicPr>
          <p:nvPr/>
        </p:nvPicPr>
        <p:blipFill>
          <a:blip r:embed="rId4"/>
          <a:stretch>
            <a:fillRect/>
          </a:stretch>
        </p:blipFill>
        <p:spPr>
          <a:xfrm>
            <a:off x="393192" y="274320"/>
            <a:ext cx="3172968" cy="1152144"/>
          </a:xfrm>
          <a:prstGeom prst="rect">
            <a:avLst/>
          </a:prstGeom>
        </p:spPr>
      </p:pic>
      <p:sp>
        <p:nvSpPr>
          <p:cNvPr id="4" name="Part number"/>
          <p:cNvSpPr txBox="1"/>
          <p:nvPr/>
        </p:nvSpPr>
        <p:spPr>
          <a:xfrm>
            <a:off x="749808" y="2176272"/>
            <a:ext cx="1554480" cy="1188720"/>
          </a:xfrm>
          <a:prstGeom prst="rect">
            <a:avLst/>
          </a:prstGeom>
          <a:noFill/>
        </p:spPr>
        <p:txBody>
          <a:bodyPr wrap="square" anchor="t" lIns="45720" rIns="45720" tIns="18288" bIns="18288"/>
          <a:lstStyle/>
          <a:p>
            <a:pPr>
              <a:spcBef>
                <a:spcPts val="0"/>
              </a:spcBef>
              <a:buNone/>
            </a:pPr>
            <a:r>
              <a:rPr sz="8000" b="1">
                <a:solidFill>
                  <a:srgbClr val="C00000"/>
                </a:solidFill>
                <a:latin typeface="Roboto Black"/>
                <a:ea typeface="Roboto Black"/>
                <a:cs typeface="Roboto Black"/>
              </a:rPr>
              <a:t>01</a:t>
            </a:r>
          </a:p>
        </p:txBody>
      </p:sp>
      <p:sp>
        <p:nvSpPr>
          <p:cNvPr id="5" name="TextBox 4"/>
          <p:cNvSpPr txBox="1"/>
          <p:nvPr/>
        </p:nvSpPr>
        <p:spPr>
          <a:xfrm>
            <a:off x="2331720" y="2395728"/>
            <a:ext cx="3657600" cy="365760"/>
          </a:xfrm>
          <a:prstGeom prst="rect">
            <a:avLst/>
          </a:prstGeom>
          <a:noFill/>
        </p:spPr>
        <p:txBody>
          <a:bodyPr wrap="square" anchor="t" lIns="45720" rIns="45720" tIns="18288" bIns="18288"/>
          <a:lstStyle/>
          <a:p>
            <a:pPr>
              <a:spcBef>
                <a:spcPts val="0"/>
              </a:spcBef>
              <a:buNone/>
            </a:pPr>
            <a:r>
              <a:rPr sz="1500" b="1">
                <a:solidFill>
                  <a:srgbClr val="C00000"/>
                </a:solidFill>
                <a:latin typeface="Roboto Black"/>
                <a:ea typeface="Roboto Black"/>
                <a:cs typeface="Roboto Black"/>
              </a:rPr>
              <a:t>PHẦN 1</a:t>
            </a:r>
          </a:p>
        </p:txBody>
      </p:sp>
      <p:sp>
        <p:nvSpPr>
          <p:cNvPr id="6" name="Title"/>
          <p:cNvSpPr txBox="1"/>
          <p:nvPr/>
        </p:nvSpPr>
        <p:spPr>
          <a:xfrm>
            <a:off x="2313432" y="2724912"/>
            <a:ext cx="6400800" cy="731520"/>
          </a:xfrm>
          <a:prstGeom prst="rect">
            <a:avLst/>
          </a:prstGeom>
          <a:noFill/>
        </p:spPr>
        <p:txBody>
          <a:bodyPr wrap="square" anchor="t" lIns="45720" rIns="45720" tIns="18288" bIns="18288"/>
          <a:lstStyle/>
          <a:p>
            <a:pPr>
              <a:spcBef>
                <a:spcPts val="0"/>
              </a:spcBef>
              <a:buNone/>
            </a:pPr>
            <a:r>
              <a:rPr sz="3100" b="1">
                <a:solidFill>
                  <a:srgbClr val="003366"/>
                </a:solidFill>
                <a:latin typeface="Roboto Black"/>
                <a:ea typeface="Roboto Black"/>
                <a:cs typeface="Roboto Black"/>
              </a:rPr>
              <a:t>Giới thiệu</a:t>
            </a:r>
          </a:p>
        </p:txBody>
      </p:sp>
      <p:sp>
        <p:nvSpPr>
          <p:cNvPr id="7" name="Rectangle 6"/>
          <p:cNvSpPr/>
          <p:nvPr/>
        </p:nvSpPr>
        <p:spPr>
          <a:xfrm>
            <a:off x="841248" y="3657600"/>
            <a:ext cx="1005840" cy="54864"/>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41248" y="3995928"/>
            <a:ext cx="274320" cy="274320"/>
          </a:xfrm>
          <a:prstGeom prst="roundRect">
            <a:avLst>
              <a:gd name="adj" fmla="val 12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41248" y="3995928"/>
            <a:ext cx="274320" cy="274320"/>
          </a:xfrm>
          <a:prstGeom prst="rect">
            <a:avLst/>
          </a:prstGeom>
          <a:noFill/>
        </p:spPr>
        <p:txBody>
          <a:bodyPr wrap="square" anchor="ctr" lIns="0" rIns="0" tIns="0" bIns="0"/>
          <a:lstStyle/>
          <a:p>
            <a:pPr algn="ctr">
              <a:spcBef>
                <a:spcPts val="0"/>
              </a:spcBef>
              <a:buNone/>
            </a:pPr>
            <a:r>
              <a:rPr sz="1100" b="1">
                <a:solidFill>
                  <a:srgbClr val="FFFFFF"/>
                </a:solidFill>
                <a:latin typeface="Roboto Black"/>
                <a:ea typeface="Roboto Black"/>
                <a:cs typeface="Roboto Black"/>
              </a:rPr>
              <a:t>1</a:t>
            </a:r>
          </a:p>
        </p:txBody>
      </p:sp>
      <p:sp>
        <p:nvSpPr>
          <p:cNvPr id="10" name="TextBox 9"/>
          <p:cNvSpPr txBox="1"/>
          <p:nvPr/>
        </p:nvSpPr>
        <p:spPr>
          <a:xfrm>
            <a:off x="1261872" y="3950208"/>
            <a:ext cx="5852160" cy="365760"/>
          </a:xfrm>
          <a:prstGeom prst="rect">
            <a:avLst/>
          </a:prstGeom>
          <a:noFill/>
        </p:spPr>
        <p:txBody>
          <a:bodyPr wrap="square" anchor="ctr" lIns="45720" rIns="45720" tIns="18288" bIns="18288"/>
          <a:lstStyle/>
          <a:p>
            <a:pPr>
              <a:spcBef>
                <a:spcPts val="0"/>
              </a:spcBef>
              <a:buNone/>
            </a:pPr>
            <a:r>
              <a:rPr sz="1600" b="0">
                <a:solidFill>
                  <a:srgbClr val="222B36"/>
                </a:solidFill>
                <a:latin typeface="Roboto Medium"/>
                <a:ea typeface="Roboto Medium"/>
                <a:cs typeface="Roboto Medium"/>
              </a:rPr>
              <a:t>LLM-based Multi-Agent System</a:t>
            </a:r>
          </a:p>
        </p:txBody>
      </p:sp>
      <p:sp>
        <p:nvSpPr>
          <p:cNvPr id="11" name="Rounded Rectangle 10"/>
          <p:cNvSpPr/>
          <p:nvPr/>
        </p:nvSpPr>
        <p:spPr>
          <a:xfrm>
            <a:off x="841248" y="4453128"/>
            <a:ext cx="274320" cy="274320"/>
          </a:xfrm>
          <a:prstGeom prst="roundRect">
            <a:avLst>
              <a:gd name="adj" fmla="val 12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 y="4453128"/>
            <a:ext cx="274320" cy="274320"/>
          </a:xfrm>
          <a:prstGeom prst="rect">
            <a:avLst/>
          </a:prstGeom>
          <a:noFill/>
        </p:spPr>
        <p:txBody>
          <a:bodyPr wrap="square" anchor="ctr" lIns="0" rIns="0" tIns="0" bIns="0"/>
          <a:lstStyle/>
          <a:p>
            <a:pPr algn="ctr">
              <a:spcBef>
                <a:spcPts val="0"/>
              </a:spcBef>
              <a:buNone/>
            </a:pPr>
            <a:r>
              <a:rPr sz="1100" b="1">
                <a:solidFill>
                  <a:srgbClr val="FFFFFF"/>
                </a:solidFill>
                <a:latin typeface="Roboto Black"/>
                <a:ea typeface="Roboto Black"/>
                <a:cs typeface="Roboto Black"/>
              </a:rPr>
              <a:t>2</a:t>
            </a:r>
          </a:p>
        </p:txBody>
      </p:sp>
      <p:sp>
        <p:nvSpPr>
          <p:cNvPr id="13" name="TextBox 12"/>
          <p:cNvSpPr txBox="1"/>
          <p:nvPr/>
        </p:nvSpPr>
        <p:spPr>
          <a:xfrm>
            <a:off x="1261872" y="4407408"/>
            <a:ext cx="5852160" cy="365760"/>
          </a:xfrm>
          <a:prstGeom prst="rect">
            <a:avLst/>
          </a:prstGeom>
          <a:noFill/>
        </p:spPr>
        <p:txBody>
          <a:bodyPr wrap="square" anchor="ctr" lIns="45720" rIns="45720" tIns="18288" bIns="18288"/>
          <a:lstStyle/>
          <a:p>
            <a:pPr>
              <a:spcBef>
                <a:spcPts val="0"/>
              </a:spcBef>
              <a:buNone/>
            </a:pPr>
            <a:r>
              <a:rPr sz="1600" b="0">
                <a:solidFill>
                  <a:srgbClr val="222B36"/>
                </a:solidFill>
                <a:latin typeface="Roboto Medium"/>
                <a:ea typeface="Roboto Medium"/>
                <a:cs typeface="Roboto Medium"/>
              </a:rPr>
              <a:t>Bốn thách thức chính</a:t>
            </a:r>
          </a:p>
        </p:txBody>
      </p:sp>
      <p:sp>
        <p:nvSpPr>
          <p:cNvPr id="14" name="Rounded Rectangle 13"/>
          <p:cNvSpPr/>
          <p:nvPr/>
        </p:nvSpPr>
        <p:spPr>
          <a:xfrm>
            <a:off x="841248" y="4910328"/>
            <a:ext cx="274320" cy="274320"/>
          </a:xfrm>
          <a:prstGeom prst="roundRect">
            <a:avLst>
              <a:gd name="adj" fmla="val 12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41248" y="4910328"/>
            <a:ext cx="274320" cy="274320"/>
          </a:xfrm>
          <a:prstGeom prst="rect">
            <a:avLst/>
          </a:prstGeom>
          <a:noFill/>
        </p:spPr>
        <p:txBody>
          <a:bodyPr wrap="square" anchor="ctr" lIns="0" rIns="0" tIns="0" bIns="0"/>
          <a:lstStyle/>
          <a:p>
            <a:pPr algn="ctr">
              <a:spcBef>
                <a:spcPts val="0"/>
              </a:spcBef>
              <a:buNone/>
            </a:pPr>
            <a:r>
              <a:rPr sz="1100" b="1">
                <a:solidFill>
                  <a:srgbClr val="FFFFFF"/>
                </a:solidFill>
                <a:latin typeface="Roboto Black"/>
                <a:ea typeface="Roboto Black"/>
                <a:cs typeface="Roboto Black"/>
              </a:rPr>
              <a:t>3</a:t>
            </a:r>
          </a:p>
        </p:txBody>
      </p:sp>
      <p:sp>
        <p:nvSpPr>
          <p:cNvPr id="16" name="TextBox 15"/>
          <p:cNvSpPr txBox="1"/>
          <p:nvPr/>
        </p:nvSpPr>
        <p:spPr>
          <a:xfrm>
            <a:off x="1261872" y="4864608"/>
            <a:ext cx="5852160" cy="365760"/>
          </a:xfrm>
          <a:prstGeom prst="rect">
            <a:avLst/>
          </a:prstGeom>
          <a:noFill/>
        </p:spPr>
        <p:txBody>
          <a:bodyPr wrap="square" anchor="ctr" lIns="45720" rIns="45720" tIns="18288" bIns="18288"/>
          <a:lstStyle/>
          <a:p>
            <a:pPr>
              <a:spcBef>
                <a:spcPts val="0"/>
              </a:spcBef>
              <a:buNone/>
            </a:pPr>
            <a:r>
              <a:rPr sz="1600" b="0">
                <a:solidFill>
                  <a:srgbClr val="222B36"/>
                </a:solidFill>
                <a:latin typeface="Roboto Medium"/>
                <a:ea typeface="Roboto Medium"/>
                <a:cs typeface="Roboto Medium"/>
              </a:rPr>
              <a:t>Cách chọn 8 paper</a:t>
            </a:r>
          </a:p>
        </p:txBody>
      </p:sp>
      <p:sp>
        <p:nvSpPr>
          <p:cNvPr id="17" name="Rounded Rectangle 16"/>
          <p:cNvSpPr/>
          <p:nvPr/>
        </p:nvSpPr>
        <p:spPr>
          <a:xfrm>
            <a:off x="841248" y="5367528"/>
            <a:ext cx="274320" cy="274320"/>
          </a:xfrm>
          <a:prstGeom prst="roundRect">
            <a:avLst>
              <a:gd name="adj" fmla="val 12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8" y="5367528"/>
            <a:ext cx="274320" cy="274320"/>
          </a:xfrm>
          <a:prstGeom prst="rect">
            <a:avLst/>
          </a:prstGeom>
          <a:noFill/>
        </p:spPr>
        <p:txBody>
          <a:bodyPr wrap="square" anchor="ctr" lIns="0" rIns="0" tIns="0" bIns="0"/>
          <a:lstStyle/>
          <a:p>
            <a:pPr algn="ctr">
              <a:spcBef>
                <a:spcPts val="0"/>
              </a:spcBef>
              <a:buNone/>
            </a:pPr>
            <a:r>
              <a:rPr sz="1100" b="1">
                <a:solidFill>
                  <a:srgbClr val="FFFFFF"/>
                </a:solidFill>
                <a:latin typeface="Roboto Black"/>
                <a:ea typeface="Roboto Black"/>
                <a:cs typeface="Roboto Black"/>
              </a:rPr>
              <a:t>4</a:t>
            </a:r>
          </a:p>
        </p:txBody>
      </p:sp>
      <p:sp>
        <p:nvSpPr>
          <p:cNvPr id="19" name="TextBox 18"/>
          <p:cNvSpPr txBox="1"/>
          <p:nvPr/>
        </p:nvSpPr>
        <p:spPr>
          <a:xfrm>
            <a:off x="1261872" y="5321808"/>
            <a:ext cx="5852160" cy="365760"/>
          </a:xfrm>
          <a:prstGeom prst="rect">
            <a:avLst/>
          </a:prstGeom>
          <a:noFill/>
        </p:spPr>
        <p:txBody>
          <a:bodyPr wrap="square" anchor="ctr" lIns="45720" rIns="45720" tIns="18288" bIns="18288"/>
          <a:lstStyle/>
          <a:p>
            <a:pPr>
              <a:spcBef>
                <a:spcPts val="0"/>
              </a:spcBef>
              <a:buNone/>
            </a:pPr>
            <a:r>
              <a:rPr sz="1600" b="0">
                <a:solidFill>
                  <a:srgbClr val="222B36"/>
                </a:solidFill>
                <a:latin typeface="Roboto Medium"/>
                <a:ea typeface="Roboto Medium"/>
                <a:cs typeface="Roboto Medium"/>
              </a:rPr>
              <a:t>Taxonomy bốn hướng nghiên cứu</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20040" y="64008"/>
            <a:ext cx="9509760" cy="548640"/>
          </a:xfrm>
          <a:prstGeom prst="rect">
            <a:avLst/>
          </a:prstGeom>
          <a:noFill/>
        </p:spPr>
        <p:txBody>
          <a:bodyPr wrap="square" anchor="ctr" lIns="45720" rIns="45720" tIns="18288" bIns="18288"/>
          <a:lstStyle/>
          <a:p>
            <a:pPr>
              <a:spcBef>
                <a:spcPts val="0"/>
              </a:spcBef>
              <a:buNone/>
            </a:pPr>
            <a:r>
              <a:rPr sz="2200" b="1">
                <a:solidFill>
                  <a:srgbClr val="FFFFFF"/>
                </a:solidFill>
                <a:latin typeface="Roboto Black"/>
                <a:ea typeface="Roboto Black"/>
                <a:cs typeface="Roboto Black"/>
              </a:rPr>
              <a:t>LLM-based MAS: nhiều agent cùng suy luận</a:t>
            </a:r>
          </a:p>
        </p:txBody>
      </p:sp>
      <p:sp>
        <p:nvSpPr>
          <p:cNvPr id="3" name="Section"/>
          <p:cNvSpPr txBox="1"/>
          <p:nvPr/>
        </p:nvSpPr>
        <p:spPr>
          <a:xfrm>
            <a:off x="9784080" y="64008"/>
            <a:ext cx="2103120" cy="548640"/>
          </a:xfrm>
          <a:prstGeom prst="rect">
            <a:avLst/>
          </a:prstGeom>
          <a:noFill/>
        </p:spPr>
        <p:txBody>
          <a:bodyPr wrap="square" anchor="ctr" lIns="45720" rIns="45720" tIns="18288" bIns="18288"/>
          <a:lstStyle/>
          <a:p>
            <a:pPr algn="r">
              <a:spcBef>
                <a:spcPts val="0"/>
              </a:spcBef>
              <a:buNone/>
            </a:pPr>
            <a:r>
              <a:rPr sz="1100" b="0">
                <a:solidFill>
                  <a:srgbClr val="B8C6D4"/>
                </a:solidFill>
                <a:latin typeface="Roboto Medium"/>
                <a:ea typeface="Roboto Medium"/>
                <a:cs typeface="Roboto Medium"/>
              </a:rPr>
              <a:t>1. Giới thiệu</a:t>
            </a:r>
          </a:p>
        </p:txBody>
      </p:sp>
      <p:sp>
        <p:nvSpPr>
          <p:cNvPr id="4" name="Slide number"/>
          <p:cNvSpPr txBox="1"/>
          <p:nvPr/>
        </p:nvSpPr>
        <p:spPr>
          <a:xfrm>
            <a:off x="11155680" y="6199632"/>
            <a:ext cx="731520" cy="256032"/>
          </a:xfrm>
          <a:prstGeom prst="rect">
            <a:avLst/>
          </a:prstGeom>
          <a:noFill/>
        </p:spPr>
        <p:txBody>
          <a:bodyPr wrap="square" anchor="t" lIns="45720" rIns="45720" tIns="18288" bIns="18288"/>
          <a:lstStyle/>
          <a:p>
            <a:pPr algn="r">
              <a:spcBef>
                <a:spcPts val="0"/>
              </a:spcBef>
              <a:buNone/>
            </a:pPr>
            <a:r>
              <a:rPr sz="1000" b="0">
                <a:solidFill>
                  <a:srgbClr val="666666"/>
                </a:solidFill>
                <a:latin typeface="Roboto Medium"/>
                <a:ea typeface="Roboto Medium"/>
                <a:cs typeface="Roboto Medium"/>
              </a:rPr>
              <a:t>4</a:t>
            </a:r>
          </a:p>
        </p:txBody>
      </p:sp>
      <p:sp>
        <p:nvSpPr>
          <p:cNvPr id="5" name="HUST footer name mask"/>
          <p:cNvSpPr/>
          <p:nvPr/>
        </p:nvSpPr>
        <p:spPr>
          <a:xfrm>
            <a:off x="649224" y="6126480"/>
            <a:ext cx="3273552" cy="5212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HUST footer Vietnamese name"/>
          <p:cNvSpPr txBox="1"/>
          <p:nvPr/>
        </p:nvSpPr>
        <p:spPr>
          <a:xfrm>
            <a:off x="667512" y="6135624"/>
            <a:ext cx="3236976" cy="256032"/>
          </a:xfrm>
          <a:prstGeom prst="rect">
            <a:avLst/>
          </a:prstGeom>
          <a:noFill/>
        </p:spPr>
        <p:txBody>
          <a:bodyPr wrap="square" anchor="t" lIns="0" rIns="0" tIns="0" bIns="0"/>
          <a:lstStyle/>
          <a:p>
            <a:pPr>
              <a:spcBef>
                <a:spcPts val="0"/>
              </a:spcBef>
              <a:buNone/>
            </a:pPr>
            <a:r>
              <a:rPr sz="1688" b="1">
                <a:solidFill>
                  <a:srgbClr val="3F3F3F"/>
                </a:solidFill>
                <a:latin typeface="Roboto Black"/>
                <a:ea typeface="Roboto Black"/>
                <a:cs typeface="Roboto Black"/>
              </a:rPr>
              <a:t>ĐẠI HỌC BÁCH KHOA HÀ NỘI</a:t>
            </a:r>
          </a:p>
        </p:txBody>
      </p:sp>
      <p:sp>
        <p:nvSpPr>
          <p:cNvPr id="7" name="HUST footer English name"/>
          <p:cNvSpPr txBox="1"/>
          <p:nvPr/>
        </p:nvSpPr>
        <p:spPr>
          <a:xfrm>
            <a:off x="667512" y="6391656"/>
            <a:ext cx="3236976" cy="219456"/>
          </a:xfrm>
          <a:prstGeom prst="rect">
            <a:avLst/>
          </a:prstGeom>
          <a:noFill/>
        </p:spPr>
        <p:txBody>
          <a:bodyPr wrap="square" anchor="t" lIns="0" rIns="0" tIns="0" bIns="0"/>
          <a:lstStyle/>
          <a:p>
            <a:pPr>
              <a:spcBef>
                <a:spcPts val="0"/>
              </a:spcBef>
              <a:buNone/>
            </a:pPr>
            <a:r>
              <a:rPr sz="1000" b="0">
                <a:solidFill>
                  <a:srgbClr val="3F3F3F"/>
                </a:solidFill>
                <a:latin typeface="Roboto Medium"/>
                <a:ea typeface="Roboto Medium"/>
                <a:cs typeface="Roboto Medium"/>
              </a:rPr>
              <a:t>HANOI UNIVERSITY OF SCIENCE AND TECHNOLOGY</a:t>
            </a:r>
          </a:p>
        </p:txBody>
      </p:sp>
      <p:sp>
        <p:nvSpPr>
          <p:cNvPr id="8" name="TextBox 7"/>
          <p:cNvSpPr txBox="1"/>
          <p:nvPr/>
        </p:nvSpPr>
        <p:spPr>
          <a:xfrm>
            <a:off x="411480" y="960120"/>
            <a:ext cx="6035040" cy="4937760"/>
          </a:xfrm>
          <a:prstGeom prst="rect">
            <a:avLst/>
          </a:prstGeom>
          <a:noFill/>
        </p:spPr>
        <p:txBody>
          <a:bodyPr wrap="square" anchor="t" lIns="45720" rIns="45720" tIns="18288" bIns="18288"/>
          <a:lstStyle/>
          <a:p>
            <a:pPr>
              <a:spcBef>
                <a:spcPts val="0"/>
              </a:spcBef>
              <a:buNone/>
            </a:pPr>
            <a:r>
              <a:rPr sz="2200" b="1">
                <a:solidFill>
                  <a:srgbClr val="003366"/>
                </a:solidFill>
                <a:latin typeface="Roboto Black"/>
                <a:ea typeface="Roboto Black"/>
                <a:cs typeface="Roboto Black"/>
              </a:rPr>
              <a:t>Ý tưởng</a:t>
            </a:r>
          </a:p>
          <a:p>
            <a:pPr marL="141732" indent="-141732">
              <a:spcBef>
                <a:spcPts val="800"/>
              </a:spcBef>
              <a:buClr>
                <a:srgbClr val="C00000"/>
              </a:buClr>
              <a:buFont typeface="Arial"/>
              <a:buChar char="•"/>
            </a:pPr>
            <a:r>
              <a:rPr sz="1800" b="0">
                <a:solidFill>
                  <a:srgbClr val="222222"/>
                </a:solidFill>
                <a:latin typeface="Roboto Medium"/>
                <a:ea typeface="Roboto Medium"/>
                <a:cs typeface="Roboto Medium"/>
              </a:rPr>
              <a:t>Mỗi </a:t>
            </a:r>
            <a:r>
              <a:rPr sz="1800" b="1">
                <a:solidFill>
                  <a:srgbClr val="003366"/>
                </a:solidFill>
                <a:latin typeface="Roboto Black"/>
                <a:ea typeface="Roboto Black"/>
                <a:cs typeface="Roboto Black"/>
              </a:rPr>
              <a:t>agent</a:t>
            </a:r>
            <a:r>
              <a:rPr sz="1800" b="0">
                <a:solidFill>
                  <a:srgbClr val="222222"/>
                </a:solidFill>
                <a:latin typeface="Roboto Medium"/>
                <a:ea typeface="Roboto Medium"/>
                <a:cs typeface="Roboto Medium"/>
              </a:rPr>
              <a:t> = backbone LLM + role prompt + (tùy chọn) tool.</a:t>
            </a:r>
          </a:p>
          <a:p>
            <a:pPr marL="141732" indent="-141732">
              <a:spcBef>
                <a:spcPts val="800"/>
              </a:spcBef>
              <a:buClr>
                <a:srgbClr val="C00000"/>
              </a:buClr>
              <a:buFont typeface="Arial"/>
              <a:buChar char="•"/>
            </a:pPr>
            <a:r>
              <a:rPr sz="1800" b="0">
                <a:solidFill>
                  <a:srgbClr val="222222"/>
                </a:solidFill>
                <a:latin typeface="Roboto Medium"/>
                <a:ea typeface="Roboto Medium"/>
                <a:cs typeface="Roboto Medium"/>
              </a:rPr>
              <a:t>Các agent trao đổi message để cùng giải bài toán: planner, coder, critic, verifier…</a:t>
            </a:r>
          </a:p>
          <a:p>
            <a:pPr marL="141732" indent="-141732">
              <a:spcBef>
                <a:spcPts val="800"/>
              </a:spcBef>
              <a:buClr>
                <a:srgbClr val="C00000"/>
              </a:buClr>
              <a:buFont typeface="Arial"/>
              <a:buChar char="•"/>
            </a:pPr>
            <a:r>
              <a:rPr sz="1800" b="0">
                <a:solidFill>
                  <a:srgbClr val="222222"/>
                </a:solidFill>
                <a:latin typeface="Roboto Medium"/>
                <a:ea typeface="Roboto Medium"/>
                <a:cs typeface="Roboto Medium"/>
              </a:rPr>
              <a:t>Framework tiêu biểu: CAMEL, AutoGen, MetaGPT, multi-agent debate.</a:t>
            </a:r>
          </a:p>
          <a:p>
            <a:pPr>
              <a:spcBef>
                <a:spcPts val="1800"/>
              </a:spcBef>
              <a:buNone/>
            </a:pPr>
            <a:r>
              <a:rPr sz="2200" b="1">
                <a:solidFill>
                  <a:srgbClr val="003366"/>
                </a:solidFill>
                <a:latin typeface="Roboto Black"/>
                <a:ea typeface="Roboto Black"/>
                <a:cs typeface="Roboto Black"/>
              </a:rPr>
              <a:t>Câu hỏi nghiên cứu năm 2026</a:t>
            </a:r>
          </a:p>
          <a:p>
            <a:pPr marL="141732" indent="-141732">
              <a:spcBef>
                <a:spcPts val="800"/>
              </a:spcBef>
              <a:buClr>
                <a:srgbClr val="C00000"/>
              </a:buClr>
              <a:buFont typeface="Arial"/>
              <a:buChar char="•"/>
            </a:pPr>
            <a:r>
              <a:rPr sz="1800" b="0">
                <a:solidFill>
                  <a:srgbClr val="222222"/>
                </a:solidFill>
                <a:latin typeface="Roboto Medium"/>
                <a:ea typeface="Roboto Medium"/>
                <a:cs typeface="Roboto Medium"/>
              </a:rPr>
              <a:t>Không còn là “cộng tác có giúp không?” mà là:</a:t>
            </a:r>
          </a:p>
          <a:p>
            <a:pPr marL="141732" indent="-141732">
              <a:spcBef>
                <a:spcPts val="800"/>
              </a:spcBef>
              <a:buClr>
                <a:srgbClr val="C00000"/>
              </a:buClr>
              <a:buFont typeface="Arial"/>
              <a:buChar char="•"/>
            </a:pPr>
            <a:r>
              <a:rPr sz="1800" b="1">
                <a:solidFill>
                  <a:srgbClr val="003366"/>
                </a:solidFill>
                <a:latin typeface="Roboto Black"/>
                <a:ea typeface="Roboto Black"/>
                <a:cs typeface="Roboto Black"/>
              </a:rPr>
              <a:t>hiệu quả</a:t>
            </a:r>
            <a:r>
              <a:rPr sz="1800" b="0">
                <a:solidFill>
                  <a:srgbClr val="222222"/>
                </a:solidFill>
                <a:latin typeface="Roboto Medium"/>
                <a:ea typeface="Roboto Medium"/>
                <a:cs typeface="Roboto Medium"/>
              </a:rPr>
              <a:t> chi phí · </a:t>
            </a:r>
            <a:r>
              <a:rPr sz="1800" b="1">
                <a:solidFill>
                  <a:srgbClr val="003366"/>
                </a:solidFill>
                <a:latin typeface="Roboto Black"/>
                <a:ea typeface="Roboto Black"/>
                <a:cs typeface="Roboto Black"/>
              </a:rPr>
              <a:t>luồng thông tin</a:t>
            </a:r>
            <a:r>
              <a:rPr sz="1800" b="0">
                <a:solidFill>
                  <a:srgbClr val="222222"/>
                </a:solidFill>
                <a:latin typeface="Roboto Medium"/>
                <a:ea typeface="Roboto Medium"/>
                <a:cs typeface="Roboto Medium"/>
              </a:rPr>
              <a:t> · </a:t>
            </a:r>
            <a:r>
              <a:rPr sz="1800" b="1">
                <a:solidFill>
                  <a:srgbClr val="003366"/>
                </a:solidFill>
                <a:latin typeface="Roboto Black"/>
                <a:ea typeface="Roboto Black"/>
                <a:cs typeface="Roboto Black"/>
              </a:rPr>
              <a:t>an toàn</a:t>
            </a:r>
            <a:r>
              <a:rPr sz="1800" b="0">
                <a:solidFill>
                  <a:srgbClr val="222222"/>
                </a:solidFill>
                <a:latin typeface="Roboto Medium"/>
                <a:ea typeface="Roboto Medium"/>
                <a:cs typeface="Roboto Medium"/>
              </a:rPr>
              <a:t> · </a:t>
            </a:r>
            <a:r>
              <a:rPr sz="1800" b="1">
                <a:solidFill>
                  <a:srgbClr val="003366"/>
                </a:solidFill>
                <a:latin typeface="Roboto Black"/>
                <a:ea typeface="Roboto Black"/>
                <a:cs typeface="Roboto Black"/>
              </a:rPr>
              <a:t>ứng dụng</a:t>
            </a:r>
            <a:r>
              <a:rPr sz="1800" b="0">
                <a:solidFill>
                  <a:srgbClr val="222222"/>
                </a:solidFill>
                <a:latin typeface="Roboto Medium"/>
                <a:ea typeface="Roboto Medium"/>
                <a:cs typeface="Roboto Medium"/>
              </a:rPr>
              <a:t> chuyên ngành.</a:t>
            </a:r>
          </a:p>
        </p:txBody>
      </p:sp>
      <p:sp>
        <p:nvSpPr>
          <p:cNvPr id="9" name="Rectangle 8"/>
          <p:cNvSpPr/>
          <p:nvPr/>
        </p:nvSpPr>
        <p:spPr>
          <a:xfrm>
            <a:off x="6675120" y="1051560"/>
            <a:ext cx="5074920" cy="2880360"/>
          </a:xfrm>
          <a:prstGeom prst="rect">
            <a:avLst/>
          </a:prstGeom>
          <a:solidFill>
            <a:srgbClr val="F3F6FB"/>
          </a:solidFill>
          <a:ln w="9525">
            <a:solidFill>
              <a:srgbClr val="CFD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675120" y="1051560"/>
            <a:ext cx="5074920" cy="54864"/>
          </a:xfrm>
          <a:prstGeom prst="rect">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821424" y="1161288"/>
            <a:ext cx="4800600" cy="2697480"/>
          </a:xfrm>
          <a:prstGeom prst="rect">
            <a:avLst/>
          </a:prstGeom>
          <a:noFill/>
        </p:spPr>
        <p:txBody>
          <a:bodyPr wrap="square" anchor="t" lIns="45720" rIns="45720" tIns="18288" bIns="18288"/>
          <a:lstStyle/>
          <a:p>
            <a:pPr>
              <a:spcBef>
                <a:spcPts val="0"/>
              </a:spcBef>
              <a:buNone/>
            </a:pPr>
            <a:r>
              <a:rPr sz="1950" b="1">
                <a:solidFill>
                  <a:srgbClr val="003366"/>
                </a:solidFill>
                <a:latin typeface="Roboto Black"/>
                <a:ea typeface="Roboto Black"/>
                <a:cs typeface="Roboto Black"/>
              </a:rPr>
              <a:t>MAS = communication graph</a:t>
            </a:r>
          </a:p>
          <a:p>
            <a:pPr>
              <a:spcBef>
                <a:spcPts val="600"/>
              </a:spcBef>
              <a:buNone/>
            </a:pPr>
            <a:r>
              <a:rPr sz="1700" b="0">
                <a:solidFill>
                  <a:srgbClr val="222222"/>
                </a:solidFill>
                <a:latin typeface="Roboto Medium"/>
                <a:ea typeface="Roboto Medium"/>
                <a:cs typeface="Roboto Medium"/>
              </a:rPr>
              <a:t>Node là agent; cạnh v_j → v_i nghĩa là output của v_j làm context cho v_i.</a:t>
            </a:r>
          </a:p>
          <a:p>
            <a:pPr algn="ctr">
              <a:spcBef>
                <a:spcPts val="800"/>
              </a:spcBef>
              <a:buNone/>
            </a:pPr>
            <a:r>
              <a:rPr sz="2000" b="1">
                <a:solidFill>
                  <a:srgbClr val="003366"/>
                </a:solidFill>
                <a:latin typeface="Roboto Black"/>
                <a:ea typeface="Roboto Black"/>
                <a:cs typeface="Roboto Black"/>
              </a:rPr>
              <a:t>r_i = LLM(p_i, q, O_i)</a:t>
            </a:r>
          </a:p>
          <a:p>
            <a:pPr>
              <a:spcBef>
                <a:spcPts val="800"/>
              </a:spcBef>
              <a:buNone/>
            </a:pPr>
            <a:r>
              <a:rPr sz="1700" b="0">
                <a:solidFill>
                  <a:srgbClr val="222222"/>
                </a:solidFill>
                <a:latin typeface="Roboto Medium"/>
                <a:ea typeface="Roboto Medium"/>
                <a:cs typeface="Roboto Medium"/>
              </a:rPr>
              <a:t>Topology quyết định hiệu năng → có thể tối ưu (GPTSwarm, G-Designer) hoặc cắt tỉa (AgentPrune).</a:t>
            </a:r>
          </a:p>
        </p:txBody>
      </p:sp>
      <p:sp>
        <p:nvSpPr>
          <p:cNvPr id="12" name="Rectangle 11"/>
          <p:cNvSpPr/>
          <p:nvPr/>
        </p:nvSpPr>
        <p:spPr>
          <a:xfrm>
            <a:off x="6675120" y="4114800"/>
            <a:ext cx="5074920" cy="1783080"/>
          </a:xfrm>
          <a:prstGeom prst="rect">
            <a:avLst/>
          </a:prstGeom>
          <a:solidFill>
            <a:srgbClr val="FCF4F4"/>
          </a:solidFill>
          <a:ln w="9525">
            <a:solidFill>
              <a:srgbClr val="EBCBC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675120" y="4114800"/>
            <a:ext cx="5074920" cy="54864"/>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21424" y="4224528"/>
            <a:ext cx="4800600" cy="1600200"/>
          </a:xfrm>
          <a:prstGeom prst="rect">
            <a:avLst/>
          </a:prstGeom>
          <a:noFill/>
        </p:spPr>
        <p:txBody>
          <a:bodyPr wrap="square" anchor="t" lIns="45720" rIns="45720" tIns="18288" bIns="18288"/>
          <a:lstStyle/>
          <a:p>
            <a:pPr>
              <a:spcBef>
                <a:spcPts val="0"/>
              </a:spcBef>
              <a:buNone/>
            </a:pPr>
            <a:r>
              <a:rPr sz="1950" b="1">
                <a:solidFill>
                  <a:srgbClr val="C00000"/>
                </a:solidFill>
                <a:latin typeface="Roboto Black"/>
                <a:ea typeface="Roboto Black"/>
                <a:cs typeface="Roboto Black"/>
              </a:rPr>
              <a:t>Vì sao topology quan trọng?</a:t>
            </a:r>
          </a:p>
          <a:p>
            <a:pPr>
              <a:spcBef>
                <a:spcPts val="600"/>
              </a:spcBef>
              <a:buNone/>
            </a:pPr>
            <a:r>
              <a:rPr sz="1700" b="0">
                <a:solidFill>
                  <a:srgbClr val="222222"/>
                </a:solidFill>
                <a:latin typeface="Roboto Medium"/>
                <a:ea typeface="Roboto Medium"/>
                <a:cs typeface="Roboto Medium"/>
              </a:rPr>
              <a:t>Nó vừa là đòn bẩy hiệu năng, vừa là kênh lan truyền lỗi, vừa là bề mặt tấn công.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20040" y="64008"/>
            <a:ext cx="9509760" cy="548640"/>
          </a:xfrm>
          <a:prstGeom prst="rect">
            <a:avLst/>
          </a:prstGeom>
          <a:noFill/>
        </p:spPr>
        <p:txBody>
          <a:bodyPr wrap="square" anchor="ctr" lIns="45720" rIns="45720" tIns="18288" bIns="18288"/>
          <a:lstStyle/>
          <a:p>
            <a:pPr>
              <a:spcBef>
                <a:spcPts val="0"/>
              </a:spcBef>
              <a:buNone/>
            </a:pPr>
            <a:r>
              <a:rPr sz="2200" b="1">
                <a:solidFill>
                  <a:srgbClr val="FFFFFF"/>
                </a:solidFill>
                <a:latin typeface="Roboto Black"/>
                <a:ea typeface="Roboto Black"/>
                <a:cs typeface="Roboto Black"/>
              </a:rPr>
              <a:t>Bốn thách thức chính của MAS</a:t>
            </a:r>
          </a:p>
        </p:txBody>
      </p:sp>
      <p:sp>
        <p:nvSpPr>
          <p:cNvPr id="3" name="Section"/>
          <p:cNvSpPr txBox="1"/>
          <p:nvPr/>
        </p:nvSpPr>
        <p:spPr>
          <a:xfrm>
            <a:off x="9784080" y="64008"/>
            <a:ext cx="2103120" cy="548640"/>
          </a:xfrm>
          <a:prstGeom prst="rect">
            <a:avLst/>
          </a:prstGeom>
          <a:noFill/>
        </p:spPr>
        <p:txBody>
          <a:bodyPr wrap="square" anchor="ctr" lIns="45720" rIns="45720" tIns="18288" bIns="18288"/>
          <a:lstStyle/>
          <a:p>
            <a:pPr algn="r">
              <a:spcBef>
                <a:spcPts val="0"/>
              </a:spcBef>
              <a:buNone/>
            </a:pPr>
            <a:r>
              <a:rPr sz="1100" b="0">
                <a:solidFill>
                  <a:srgbClr val="B8C6D4"/>
                </a:solidFill>
                <a:latin typeface="Roboto Medium"/>
                <a:ea typeface="Roboto Medium"/>
                <a:cs typeface="Roboto Medium"/>
              </a:rPr>
              <a:t>1. Giới thiệu</a:t>
            </a:r>
          </a:p>
        </p:txBody>
      </p:sp>
      <p:sp>
        <p:nvSpPr>
          <p:cNvPr id="4" name="Slide number"/>
          <p:cNvSpPr txBox="1"/>
          <p:nvPr/>
        </p:nvSpPr>
        <p:spPr>
          <a:xfrm>
            <a:off x="11155680" y="6199632"/>
            <a:ext cx="731520" cy="256032"/>
          </a:xfrm>
          <a:prstGeom prst="rect">
            <a:avLst/>
          </a:prstGeom>
          <a:noFill/>
        </p:spPr>
        <p:txBody>
          <a:bodyPr wrap="square" anchor="t" lIns="45720" rIns="45720" tIns="18288" bIns="18288"/>
          <a:lstStyle/>
          <a:p>
            <a:pPr algn="r">
              <a:spcBef>
                <a:spcPts val="0"/>
              </a:spcBef>
              <a:buNone/>
            </a:pPr>
            <a:r>
              <a:rPr sz="1000" b="0">
                <a:solidFill>
                  <a:srgbClr val="666666"/>
                </a:solidFill>
                <a:latin typeface="Roboto Medium"/>
                <a:ea typeface="Roboto Medium"/>
                <a:cs typeface="Roboto Medium"/>
              </a:rPr>
              <a:t>5</a:t>
            </a:r>
          </a:p>
        </p:txBody>
      </p:sp>
      <p:sp>
        <p:nvSpPr>
          <p:cNvPr id="5" name="HUST footer name mask"/>
          <p:cNvSpPr/>
          <p:nvPr/>
        </p:nvSpPr>
        <p:spPr>
          <a:xfrm>
            <a:off x="649224" y="6126480"/>
            <a:ext cx="3273552" cy="5212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HUST footer Vietnamese name"/>
          <p:cNvSpPr txBox="1"/>
          <p:nvPr/>
        </p:nvSpPr>
        <p:spPr>
          <a:xfrm>
            <a:off x="667512" y="6135624"/>
            <a:ext cx="3236976" cy="256032"/>
          </a:xfrm>
          <a:prstGeom prst="rect">
            <a:avLst/>
          </a:prstGeom>
          <a:noFill/>
        </p:spPr>
        <p:txBody>
          <a:bodyPr wrap="square" anchor="t" lIns="0" rIns="0" tIns="0" bIns="0"/>
          <a:lstStyle/>
          <a:p>
            <a:pPr>
              <a:spcBef>
                <a:spcPts val="0"/>
              </a:spcBef>
              <a:buNone/>
            </a:pPr>
            <a:r>
              <a:rPr sz="1688" b="1">
                <a:solidFill>
                  <a:srgbClr val="3F3F3F"/>
                </a:solidFill>
                <a:latin typeface="Roboto Black"/>
                <a:ea typeface="Roboto Black"/>
                <a:cs typeface="Roboto Black"/>
              </a:rPr>
              <a:t>ĐẠI HỌC BÁCH KHOA HÀ NỘI</a:t>
            </a:r>
          </a:p>
        </p:txBody>
      </p:sp>
      <p:sp>
        <p:nvSpPr>
          <p:cNvPr id="7" name="HUST footer English name"/>
          <p:cNvSpPr txBox="1"/>
          <p:nvPr/>
        </p:nvSpPr>
        <p:spPr>
          <a:xfrm>
            <a:off x="667512" y="6391656"/>
            <a:ext cx="3236976" cy="219456"/>
          </a:xfrm>
          <a:prstGeom prst="rect">
            <a:avLst/>
          </a:prstGeom>
          <a:noFill/>
        </p:spPr>
        <p:txBody>
          <a:bodyPr wrap="square" anchor="t" lIns="0" rIns="0" tIns="0" bIns="0"/>
          <a:lstStyle/>
          <a:p>
            <a:pPr>
              <a:spcBef>
                <a:spcPts val="0"/>
              </a:spcBef>
              <a:buNone/>
            </a:pPr>
            <a:r>
              <a:rPr sz="1000" b="0">
                <a:solidFill>
                  <a:srgbClr val="3F3F3F"/>
                </a:solidFill>
                <a:latin typeface="Roboto Medium"/>
                <a:ea typeface="Roboto Medium"/>
                <a:cs typeface="Roboto Medium"/>
              </a:rPr>
              <a:t>HANOI UNIVERSITY OF SCIENCE AND TECHNOLOGY</a:t>
            </a:r>
          </a:p>
        </p:txBody>
      </p:sp>
      <p:sp>
        <p:nvSpPr>
          <p:cNvPr id="8" name="Rounded Rectangle 7"/>
          <p:cNvSpPr/>
          <p:nvPr/>
        </p:nvSpPr>
        <p:spPr>
          <a:xfrm>
            <a:off x="411480" y="1005840"/>
            <a:ext cx="914400" cy="2194560"/>
          </a:xfrm>
          <a:prstGeom prst="roundRect">
            <a:avLst>
              <a:gd name="adj" fmla="val 12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11480" y="1005840"/>
            <a:ext cx="914400" cy="2194560"/>
          </a:xfrm>
          <a:prstGeom prst="rect">
            <a:avLst/>
          </a:prstGeom>
          <a:noFill/>
        </p:spPr>
        <p:txBody>
          <a:bodyPr wrap="square" anchor="ctr" lIns="45720" rIns="45720" tIns="18288" bIns="18288"/>
          <a:lstStyle/>
          <a:p>
            <a:pPr algn="ctr">
              <a:spcBef>
                <a:spcPts val="0"/>
              </a:spcBef>
              <a:buNone/>
            </a:pPr>
            <a:r>
              <a:rPr sz="2400" b="1">
                <a:solidFill>
                  <a:srgbClr val="FFFFFF"/>
                </a:solidFill>
                <a:latin typeface="Roboto Black"/>
                <a:ea typeface="Roboto Black"/>
                <a:cs typeface="Roboto Black"/>
              </a:rPr>
              <a:t>C1</a:t>
            </a:r>
          </a:p>
        </p:txBody>
      </p:sp>
      <p:sp>
        <p:nvSpPr>
          <p:cNvPr id="10" name="Rectangle 9"/>
          <p:cNvSpPr/>
          <p:nvPr/>
        </p:nvSpPr>
        <p:spPr>
          <a:xfrm>
            <a:off x="1463039" y="1005840"/>
            <a:ext cx="4553712" cy="2194560"/>
          </a:xfrm>
          <a:prstGeom prst="rect">
            <a:avLst/>
          </a:prstGeom>
          <a:solidFill>
            <a:srgbClr val="F3F6FB"/>
          </a:solidFill>
          <a:ln w="9525">
            <a:solidFill>
              <a:srgbClr val="CFD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600200" y="1097280"/>
            <a:ext cx="4297680" cy="2011680"/>
          </a:xfrm>
          <a:prstGeom prst="rect">
            <a:avLst/>
          </a:prstGeom>
          <a:noFill/>
        </p:spPr>
        <p:txBody>
          <a:bodyPr wrap="square" anchor="t" lIns="45720" rIns="45720" tIns="18288" bIns="18288"/>
          <a:lstStyle/>
          <a:p>
            <a:pPr>
              <a:spcBef>
                <a:spcPts val="0"/>
              </a:spcBef>
              <a:buNone/>
            </a:pPr>
            <a:r>
              <a:rPr sz="2000" b="1">
                <a:solidFill>
                  <a:srgbClr val="003366"/>
                </a:solidFill>
                <a:latin typeface="Roboto Black"/>
                <a:ea typeface="Roboto Black"/>
                <a:cs typeface="Roboto Black"/>
              </a:rPr>
              <a:t>Chi phí</a:t>
            </a:r>
          </a:p>
          <a:p>
            <a:pPr>
              <a:spcBef>
                <a:spcPts val="600"/>
              </a:spcBef>
              <a:buNone/>
            </a:pPr>
            <a:r>
              <a:rPr sz="1650" b="0">
                <a:solidFill>
                  <a:srgbClr val="222222"/>
                </a:solidFill>
                <a:latin typeface="Roboto Medium"/>
                <a:ea typeface="Roboto Medium"/>
                <a:cs typeface="Roboto Medium"/>
              </a:rPr>
              <a:t>Nhiều lần gọi LLM, context dài → token, năng lượng GPU, latency tăng nhanh.</a:t>
            </a:r>
          </a:p>
          <a:p>
            <a:pPr>
              <a:spcBef>
                <a:spcPts val="1000"/>
              </a:spcBef>
              <a:buNone/>
            </a:pPr>
            <a:r>
              <a:rPr sz="1600" b="1">
                <a:solidFill>
                  <a:srgbClr val="C00000"/>
                </a:solidFill>
                <a:latin typeface="Roboto Black"/>
                <a:ea typeface="Roboto Black"/>
                <a:cs typeface="Roboto Black"/>
              </a:rPr>
              <a:t>→ ProgRouter · DAIN</a:t>
            </a:r>
          </a:p>
        </p:txBody>
      </p:sp>
      <p:sp>
        <p:nvSpPr>
          <p:cNvPr id="12" name="Rounded Rectangle 11"/>
          <p:cNvSpPr/>
          <p:nvPr/>
        </p:nvSpPr>
        <p:spPr>
          <a:xfrm>
            <a:off x="6172200" y="1005840"/>
            <a:ext cx="914400" cy="2194560"/>
          </a:xfrm>
          <a:prstGeom prst="roundRect">
            <a:avLst>
              <a:gd name="adj" fmla="val 12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172200" y="1005840"/>
            <a:ext cx="914400" cy="2194560"/>
          </a:xfrm>
          <a:prstGeom prst="rect">
            <a:avLst/>
          </a:prstGeom>
          <a:noFill/>
        </p:spPr>
        <p:txBody>
          <a:bodyPr wrap="square" anchor="ctr" lIns="45720" rIns="45720" tIns="18288" bIns="18288"/>
          <a:lstStyle/>
          <a:p>
            <a:pPr algn="ctr">
              <a:spcBef>
                <a:spcPts val="0"/>
              </a:spcBef>
              <a:buNone/>
            </a:pPr>
            <a:r>
              <a:rPr sz="2400" b="1">
                <a:solidFill>
                  <a:srgbClr val="FFFFFF"/>
                </a:solidFill>
                <a:latin typeface="Roboto Black"/>
                <a:ea typeface="Roboto Black"/>
                <a:cs typeface="Roboto Black"/>
              </a:rPr>
              <a:t>C2</a:t>
            </a:r>
          </a:p>
        </p:txBody>
      </p:sp>
      <p:sp>
        <p:nvSpPr>
          <p:cNvPr id="14" name="Rectangle 13"/>
          <p:cNvSpPr/>
          <p:nvPr/>
        </p:nvSpPr>
        <p:spPr>
          <a:xfrm>
            <a:off x="7223760" y="1005840"/>
            <a:ext cx="4553712" cy="2194560"/>
          </a:xfrm>
          <a:prstGeom prst="rect">
            <a:avLst/>
          </a:prstGeom>
          <a:solidFill>
            <a:srgbClr val="F3F6FB"/>
          </a:solidFill>
          <a:ln w="9525">
            <a:solidFill>
              <a:srgbClr val="CFD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360920" y="1097280"/>
            <a:ext cx="4297680" cy="2011680"/>
          </a:xfrm>
          <a:prstGeom prst="rect">
            <a:avLst/>
          </a:prstGeom>
          <a:noFill/>
        </p:spPr>
        <p:txBody>
          <a:bodyPr wrap="square" anchor="t" lIns="45720" rIns="45720" tIns="18288" bIns="18288"/>
          <a:lstStyle/>
          <a:p>
            <a:pPr>
              <a:spcBef>
                <a:spcPts val="0"/>
              </a:spcBef>
              <a:buNone/>
            </a:pPr>
            <a:r>
              <a:rPr sz="2000" b="1">
                <a:solidFill>
                  <a:srgbClr val="003366"/>
                </a:solidFill>
                <a:latin typeface="Roboto Black"/>
                <a:ea typeface="Roboto Black"/>
                <a:cs typeface="Roboto Black"/>
              </a:rPr>
              <a:t>Quá tải context</a:t>
            </a:r>
          </a:p>
          <a:p>
            <a:pPr>
              <a:spcBef>
                <a:spcPts val="600"/>
              </a:spcBef>
              <a:buNone/>
            </a:pPr>
            <a:r>
              <a:rPr sz="1650" b="0">
                <a:solidFill>
                  <a:srgbClr val="222222"/>
                </a:solidFill>
                <a:latin typeface="Roboto Medium"/>
                <a:ea typeface="Roboto Medium"/>
                <a:cs typeface="Roboto Medium"/>
              </a:rPr>
              <a:t>“Lost in the middle”; compaction hay pruning đều làm mất thông tin.</a:t>
            </a:r>
          </a:p>
          <a:p>
            <a:pPr>
              <a:spcBef>
                <a:spcPts val="1000"/>
              </a:spcBef>
              <a:buNone/>
            </a:pPr>
            <a:r>
              <a:rPr sz="1600" b="1">
                <a:solidFill>
                  <a:srgbClr val="C00000"/>
                </a:solidFill>
                <a:latin typeface="Roboto Black"/>
                <a:ea typeface="Roboto Black"/>
                <a:cs typeface="Roboto Black"/>
              </a:rPr>
              <a:t>→ AGENT-RADAR</a:t>
            </a:r>
          </a:p>
        </p:txBody>
      </p:sp>
      <p:sp>
        <p:nvSpPr>
          <p:cNvPr id="16" name="Rounded Rectangle 15"/>
          <p:cNvSpPr/>
          <p:nvPr/>
        </p:nvSpPr>
        <p:spPr>
          <a:xfrm>
            <a:off x="411480" y="3474720"/>
            <a:ext cx="914400" cy="2194560"/>
          </a:xfrm>
          <a:prstGeom prst="roundRect">
            <a:avLst>
              <a:gd name="adj" fmla="val 12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11480" y="3474720"/>
            <a:ext cx="914400" cy="2194560"/>
          </a:xfrm>
          <a:prstGeom prst="rect">
            <a:avLst/>
          </a:prstGeom>
          <a:noFill/>
        </p:spPr>
        <p:txBody>
          <a:bodyPr wrap="square" anchor="ctr" lIns="45720" rIns="45720" tIns="18288" bIns="18288"/>
          <a:lstStyle/>
          <a:p>
            <a:pPr algn="ctr">
              <a:spcBef>
                <a:spcPts val="0"/>
              </a:spcBef>
              <a:buNone/>
            </a:pPr>
            <a:r>
              <a:rPr sz="2400" b="1">
                <a:solidFill>
                  <a:srgbClr val="FFFFFF"/>
                </a:solidFill>
                <a:latin typeface="Roboto Black"/>
                <a:ea typeface="Roboto Black"/>
                <a:cs typeface="Roboto Black"/>
              </a:rPr>
              <a:t>C3</a:t>
            </a:r>
          </a:p>
        </p:txBody>
      </p:sp>
      <p:sp>
        <p:nvSpPr>
          <p:cNvPr id="18" name="Rectangle 17"/>
          <p:cNvSpPr/>
          <p:nvPr/>
        </p:nvSpPr>
        <p:spPr>
          <a:xfrm>
            <a:off x="1463039" y="3474720"/>
            <a:ext cx="4553712" cy="2194560"/>
          </a:xfrm>
          <a:prstGeom prst="rect">
            <a:avLst/>
          </a:prstGeom>
          <a:solidFill>
            <a:srgbClr val="F3F6FB"/>
          </a:solidFill>
          <a:ln w="9525">
            <a:solidFill>
              <a:srgbClr val="CFD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600200" y="3566160"/>
            <a:ext cx="4297680" cy="2011680"/>
          </a:xfrm>
          <a:prstGeom prst="rect">
            <a:avLst/>
          </a:prstGeom>
          <a:noFill/>
        </p:spPr>
        <p:txBody>
          <a:bodyPr wrap="square" anchor="t" lIns="45720" rIns="45720" tIns="18288" bIns="18288"/>
          <a:lstStyle/>
          <a:p>
            <a:pPr>
              <a:spcBef>
                <a:spcPts val="0"/>
              </a:spcBef>
              <a:buNone/>
            </a:pPr>
            <a:r>
              <a:rPr sz="2000" b="1">
                <a:solidFill>
                  <a:srgbClr val="003366"/>
                </a:solidFill>
                <a:latin typeface="Roboto Black"/>
                <a:ea typeface="Roboto Black"/>
                <a:cs typeface="Roboto Black"/>
              </a:rPr>
              <a:t>Lan truyền lỗi</a:t>
            </a:r>
          </a:p>
          <a:p>
            <a:pPr>
              <a:spcBef>
                <a:spcPts val="600"/>
              </a:spcBef>
              <a:buNone/>
            </a:pPr>
            <a:r>
              <a:rPr sz="1650" b="0">
                <a:solidFill>
                  <a:srgbClr val="222222"/>
                </a:solidFill>
                <a:latin typeface="Roboto Medium"/>
                <a:ea typeface="Roboto Medium"/>
                <a:cs typeface="Roboto Medium"/>
              </a:rPr>
              <a:t>Hallucination hoặc misinformation lan theo cạnh và bị khuếch đại.</a:t>
            </a:r>
          </a:p>
          <a:p>
            <a:pPr>
              <a:spcBef>
                <a:spcPts val="1000"/>
              </a:spcBef>
              <a:buNone/>
            </a:pPr>
            <a:r>
              <a:rPr sz="1600" b="1">
                <a:solidFill>
                  <a:srgbClr val="C00000"/>
                </a:solidFill>
                <a:latin typeface="Roboto Black"/>
                <a:ea typeface="Roboto Black"/>
                <a:cs typeface="Roboto Black"/>
              </a:rPr>
              <a:t>→ HalluProp · TIDE</a:t>
            </a:r>
          </a:p>
        </p:txBody>
      </p:sp>
      <p:sp>
        <p:nvSpPr>
          <p:cNvPr id="20" name="Rounded Rectangle 19"/>
          <p:cNvSpPr/>
          <p:nvPr/>
        </p:nvSpPr>
        <p:spPr>
          <a:xfrm>
            <a:off x="6172200" y="3474720"/>
            <a:ext cx="914400" cy="2194560"/>
          </a:xfrm>
          <a:prstGeom prst="roundRect">
            <a:avLst>
              <a:gd name="adj" fmla="val 12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172200" y="3474720"/>
            <a:ext cx="914400" cy="2194560"/>
          </a:xfrm>
          <a:prstGeom prst="rect">
            <a:avLst/>
          </a:prstGeom>
          <a:noFill/>
        </p:spPr>
        <p:txBody>
          <a:bodyPr wrap="square" anchor="ctr" lIns="45720" rIns="45720" tIns="18288" bIns="18288"/>
          <a:lstStyle/>
          <a:p>
            <a:pPr algn="ctr">
              <a:spcBef>
                <a:spcPts val="0"/>
              </a:spcBef>
              <a:buNone/>
            </a:pPr>
            <a:r>
              <a:rPr sz="2400" b="1">
                <a:solidFill>
                  <a:srgbClr val="FFFFFF"/>
                </a:solidFill>
                <a:latin typeface="Roboto Black"/>
                <a:ea typeface="Roboto Black"/>
                <a:cs typeface="Roboto Black"/>
              </a:rPr>
              <a:t>C4</a:t>
            </a:r>
          </a:p>
        </p:txBody>
      </p:sp>
      <p:sp>
        <p:nvSpPr>
          <p:cNvPr id="22" name="Rectangle 21"/>
          <p:cNvSpPr/>
          <p:nvPr/>
        </p:nvSpPr>
        <p:spPr>
          <a:xfrm>
            <a:off x="7223760" y="3474720"/>
            <a:ext cx="4553712" cy="2194560"/>
          </a:xfrm>
          <a:prstGeom prst="rect">
            <a:avLst/>
          </a:prstGeom>
          <a:solidFill>
            <a:srgbClr val="F3F6FB"/>
          </a:solidFill>
          <a:ln w="9525">
            <a:solidFill>
              <a:srgbClr val="CFD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360920" y="3566160"/>
            <a:ext cx="4297680" cy="2011680"/>
          </a:xfrm>
          <a:prstGeom prst="rect">
            <a:avLst/>
          </a:prstGeom>
          <a:noFill/>
        </p:spPr>
        <p:txBody>
          <a:bodyPr wrap="square" anchor="t" lIns="45720" rIns="45720" tIns="18288" bIns="18288"/>
          <a:lstStyle/>
          <a:p>
            <a:pPr>
              <a:spcBef>
                <a:spcPts val="0"/>
              </a:spcBef>
              <a:buNone/>
            </a:pPr>
            <a:r>
              <a:rPr sz="2000" b="1">
                <a:solidFill>
                  <a:srgbClr val="003366"/>
                </a:solidFill>
                <a:latin typeface="Roboto Black"/>
                <a:ea typeface="Roboto Black"/>
                <a:cs typeface="Roboto Black"/>
              </a:rPr>
              <a:t>Bảo mật topology</a:t>
            </a:r>
          </a:p>
          <a:p>
            <a:pPr>
              <a:spcBef>
                <a:spcPts val="600"/>
              </a:spcBef>
              <a:buNone/>
            </a:pPr>
            <a:r>
              <a:rPr sz="1650" b="0">
                <a:solidFill>
                  <a:srgbClr val="222222"/>
                </a:solidFill>
                <a:latin typeface="Roboto Medium"/>
                <a:ea typeface="Roboto Medium"/>
                <a:cs typeface="Roboto Medium"/>
              </a:rPr>
              <a:t>Topology là tài sản trí tuệ; lộ topology → tấn công có chủ đích.</a:t>
            </a:r>
          </a:p>
          <a:p>
            <a:pPr>
              <a:spcBef>
                <a:spcPts val="1000"/>
              </a:spcBef>
              <a:buNone/>
            </a:pPr>
            <a:r>
              <a:rPr sz="1600" b="1">
                <a:solidFill>
                  <a:srgbClr val="C00000"/>
                </a:solidFill>
                <a:latin typeface="Roboto Black"/>
                <a:ea typeface="Roboto Black"/>
                <a:cs typeface="Roboto Black"/>
              </a:rPr>
              <a:t>→ MIRAGE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20040" y="64008"/>
            <a:ext cx="9509760" cy="548640"/>
          </a:xfrm>
          <a:prstGeom prst="rect">
            <a:avLst/>
          </a:prstGeom>
          <a:noFill/>
        </p:spPr>
        <p:txBody>
          <a:bodyPr wrap="square" anchor="ctr" lIns="45720" rIns="45720" tIns="18288" bIns="18288"/>
          <a:lstStyle/>
          <a:p>
            <a:pPr>
              <a:spcBef>
                <a:spcPts val="0"/>
              </a:spcBef>
              <a:buNone/>
            </a:pPr>
            <a:r>
              <a:rPr sz="2200" b="1">
                <a:solidFill>
                  <a:srgbClr val="FFFFFF"/>
                </a:solidFill>
                <a:latin typeface="Roboto Black"/>
                <a:ea typeface="Roboto Black"/>
                <a:cs typeface="Roboto Black"/>
              </a:rPr>
              <a:t>Tám paper được khảo sát</a:t>
            </a:r>
          </a:p>
        </p:txBody>
      </p:sp>
      <p:sp>
        <p:nvSpPr>
          <p:cNvPr id="3" name="Section"/>
          <p:cNvSpPr txBox="1"/>
          <p:nvPr/>
        </p:nvSpPr>
        <p:spPr>
          <a:xfrm>
            <a:off x="9784080" y="64008"/>
            <a:ext cx="2103120" cy="548640"/>
          </a:xfrm>
          <a:prstGeom prst="rect">
            <a:avLst/>
          </a:prstGeom>
          <a:noFill/>
        </p:spPr>
        <p:txBody>
          <a:bodyPr wrap="square" anchor="ctr" lIns="45720" rIns="45720" tIns="18288" bIns="18288"/>
          <a:lstStyle/>
          <a:p>
            <a:pPr algn="r">
              <a:spcBef>
                <a:spcPts val="0"/>
              </a:spcBef>
              <a:buNone/>
            </a:pPr>
            <a:r>
              <a:rPr sz="1100" b="0">
                <a:solidFill>
                  <a:srgbClr val="B8C6D4"/>
                </a:solidFill>
                <a:latin typeface="Roboto Medium"/>
                <a:ea typeface="Roboto Medium"/>
                <a:cs typeface="Roboto Medium"/>
              </a:rPr>
              <a:t>1. Giới thiệu</a:t>
            </a:r>
          </a:p>
        </p:txBody>
      </p:sp>
      <p:sp>
        <p:nvSpPr>
          <p:cNvPr id="4" name="Slide number"/>
          <p:cNvSpPr txBox="1"/>
          <p:nvPr/>
        </p:nvSpPr>
        <p:spPr>
          <a:xfrm>
            <a:off x="11155680" y="6199632"/>
            <a:ext cx="731520" cy="256032"/>
          </a:xfrm>
          <a:prstGeom prst="rect">
            <a:avLst/>
          </a:prstGeom>
          <a:noFill/>
        </p:spPr>
        <p:txBody>
          <a:bodyPr wrap="square" anchor="t" lIns="45720" rIns="45720" tIns="18288" bIns="18288"/>
          <a:lstStyle/>
          <a:p>
            <a:pPr algn="r">
              <a:spcBef>
                <a:spcPts val="0"/>
              </a:spcBef>
              <a:buNone/>
            </a:pPr>
            <a:r>
              <a:rPr sz="1000" b="0">
                <a:solidFill>
                  <a:srgbClr val="666666"/>
                </a:solidFill>
                <a:latin typeface="Roboto Medium"/>
                <a:ea typeface="Roboto Medium"/>
                <a:cs typeface="Roboto Medium"/>
              </a:rPr>
              <a:t>6</a:t>
            </a:r>
          </a:p>
        </p:txBody>
      </p:sp>
      <p:sp>
        <p:nvSpPr>
          <p:cNvPr id="5" name="HUST footer name mask"/>
          <p:cNvSpPr/>
          <p:nvPr/>
        </p:nvSpPr>
        <p:spPr>
          <a:xfrm>
            <a:off x="649224" y="6126480"/>
            <a:ext cx="3273552" cy="5212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HUST footer Vietnamese name"/>
          <p:cNvSpPr txBox="1"/>
          <p:nvPr/>
        </p:nvSpPr>
        <p:spPr>
          <a:xfrm>
            <a:off x="667512" y="6135624"/>
            <a:ext cx="3236976" cy="256032"/>
          </a:xfrm>
          <a:prstGeom prst="rect">
            <a:avLst/>
          </a:prstGeom>
          <a:noFill/>
        </p:spPr>
        <p:txBody>
          <a:bodyPr wrap="square" anchor="t" lIns="0" rIns="0" tIns="0" bIns="0"/>
          <a:lstStyle/>
          <a:p>
            <a:pPr>
              <a:spcBef>
                <a:spcPts val="0"/>
              </a:spcBef>
              <a:buNone/>
            </a:pPr>
            <a:r>
              <a:rPr sz="1688" b="1">
                <a:solidFill>
                  <a:srgbClr val="3F3F3F"/>
                </a:solidFill>
                <a:latin typeface="Roboto Black"/>
                <a:ea typeface="Roboto Black"/>
                <a:cs typeface="Roboto Black"/>
              </a:rPr>
              <a:t>ĐẠI HỌC BÁCH KHOA HÀ NỘI</a:t>
            </a:r>
          </a:p>
        </p:txBody>
      </p:sp>
      <p:sp>
        <p:nvSpPr>
          <p:cNvPr id="7" name="HUST footer English name"/>
          <p:cNvSpPr txBox="1"/>
          <p:nvPr/>
        </p:nvSpPr>
        <p:spPr>
          <a:xfrm>
            <a:off x="667512" y="6391656"/>
            <a:ext cx="3236976" cy="219456"/>
          </a:xfrm>
          <a:prstGeom prst="rect">
            <a:avLst/>
          </a:prstGeom>
          <a:noFill/>
        </p:spPr>
        <p:txBody>
          <a:bodyPr wrap="square" anchor="t" lIns="0" rIns="0" tIns="0" bIns="0"/>
          <a:lstStyle/>
          <a:p>
            <a:pPr>
              <a:spcBef>
                <a:spcPts val="0"/>
              </a:spcBef>
              <a:buNone/>
            </a:pPr>
            <a:r>
              <a:rPr sz="1000" b="0">
                <a:solidFill>
                  <a:srgbClr val="3F3F3F"/>
                </a:solidFill>
                <a:latin typeface="Roboto Medium"/>
                <a:ea typeface="Roboto Medium"/>
                <a:cs typeface="Roboto Medium"/>
              </a:rPr>
              <a:t>HANOI UNIVERSITY OF SCIENCE AND TECHNOLOGY</a:t>
            </a:r>
          </a:p>
        </p:txBody>
      </p:sp>
      <p:graphicFrame>
        <p:nvGraphicFramePr>
          <p:cNvPr id="8" name="Table 7"/>
          <p:cNvGraphicFramePr>
            <a:graphicFrameLocks noGrp="1"/>
          </p:cNvGraphicFramePr>
          <p:nvPr/>
        </p:nvGraphicFramePr>
        <p:xfrm>
          <a:off x="411480" y="960120"/>
          <a:ext cx="7680960" cy="4608576"/>
        </p:xfrm>
        <a:graphic>
          <a:graphicData uri="http://schemas.openxmlformats.org/drawingml/2006/table">
            <a:tbl>
              <a:tblPr firstRow="0" bandRow="0"/>
              <a:tblGrid>
                <a:gridCol w="411480"/>
                <a:gridCol w="1554480"/>
                <a:gridCol w="3291840"/>
                <a:gridCol w="731520"/>
                <a:gridCol w="1691640"/>
              </a:tblGrid>
              <a:tr h="512064">
                <a:tc>
                  <a:txBody>
                    <a:bodyPr wrap="square"/>
                    <a:lstStyle/>
                    <a:p>
                      <a:pPr>
                        <a:spcBef>
                          <a:spcPts val="0"/>
                        </a:spcBef>
                        <a:buNone/>
                      </a:pPr>
                      <a:r>
                        <a:rPr sz="1400" b="1">
                          <a:solidFill>
                            <a:srgbClr val="FFFFFF"/>
                          </a:solidFill>
                          <a:latin typeface="Roboto Black"/>
                          <a:ea typeface="Roboto Black"/>
                          <a:cs typeface="Roboto Black"/>
                        </a:rPr>
                        <a:t>#</a:t>
                      </a:r>
                    </a:p>
                  </a:txBody>
                  <a:tcPr marL="54864" marR="54864" marT="27432" marB="27432" anchor="ctr">
                    <a:solidFill>
                      <a:srgbClr val="003366"/>
                    </a:solidFill>
                  </a:tcPr>
                </a:tc>
                <a:tc>
                  <a:txBody>
                    <a:bodyPr wrap="square"/>
                    <a:lstStyle/>
                    <a:p>
                      <a:pPr>
                        <a:spcBef>
                          <a:spcPts val="0"/>
                        </a:spcBef>
                        <a:buNone/>
                      </a:pPr>
                      <a:r>
                        <a:rPr sz="1400" b="1">
                          <a:solidFill>
                            <a:srgbClr val="FFFFFF"/>
                          </a:solidFill>
                          <a:latin typeface="Roboto Black"/>
                          <a:ea typeface="Roboto Black"/>
                          <a:cs typeface="Roboto Black"/>
                        </a:rPr>
                        <a:t>Paper</a:t>
                      </a:r>
                    </a:p>
                  </a:txBody>
                  <a:tcPr marL="54864" marR="54864" marT="27432" marB="27432" anchor="ctr">
                    <a:solidFill>
                      <a:srgbClr val="003366"/>
                    </a:solidFill>
                  </a:tcPr>
                </a:tc>
                <a:tc>
                  <a:txBody>
                    <a:bodyPr wrap="square"/>
                    <a:lstStyle/>
                    <a:p>
                      <a:pPr>
                        <a:spcBef>
                          <a:spcPts val="0"/>
                        </a:spcBef>
                        <a:buNone/>
                      </a:pPr>
                      <a:r>
                        <a:rPr sz="1400" b="1">
                          <a:solidFill>
                            <a:srgbClr val="FFFFFF"/>
                          </a:solidFill>
                          <a:latin typeface="Roboto Black"/>
                          <a:ea typeface="Roboto Black"/>
                          <a:cs typeface="Roboto Black"/>
                        </a:rPr>
                        <a:t>Chủ đề chính</a:t>
                      </a:r>
                    </a:p>
                  </a:txBody>
                  <a:tcPr marL="54864" marR="54864" marT="27432" marB="27432" anchor="ctr">
                    <a:solidFill>
                      <a:srgbClr val="003366"/>
                    </a:solidFill>
                  </a:tcPr>
                </a:tc>
                <a:tc>
                  <a:txBody>
                    <a:bodyPr wrap="square"/>
                    <a:lstStyle/>
                    <a:p>
                      <a:pPr>
                        <a:spcBef>
                          <a:spcPts val="0"/>
                        </a:spcBef>
                        <a:buNone/>
                      </a:pPr>
                      <a:r>
                        <a:rPr sz="1400" b="1">
                          <a:solidFill>
                            <a:srgbClr val="FFFFFF"/>
                          </a:solidFill>
                          <a:latin typeface="Roboto Black"/>
                          <a:ea typeface="Roboto Black"/>
                          <a:cs typeface="Roboto Black"/>
                        </a:rPr>
                        <a:t>Nộp</a:t>
                      </a:r>
                    </a:p>
                  </a:txBody>
                  <a:tcPr marL="54864" marR="54864" marT="27432" marB="27432" anchor="ctr">
                    <a:solidFill>
                      <a:srgbClr val="003366"/>
                    </a:solidFill>
                  </a:tcPr>
                </a:tc>
                <a:tc>
                  <a:txBody>
                    <a:bodyPr wrap="square"/>
                    <a:lstStyle/>
                    <a:p>
                      <a:pPr>
                        <a:spcBef>
                          <a:spcPts val="0"/>
                        </a:spcBef>
                        <a:buNone/>
                      </a:pPr>
                      <a:r>
                        <a:rPr sz="1400" b="1">
                          <a:solidFill>
                            <a:srgbClr val="FFFFFF"/>
                          </a:solidFill>
                          <a:latin typeface="Roboto Black"/>
                          <a:ea typeface="Roboto Black"/>
                          <a:cs typeface="Roboto Black"/>
                        </a:rPr>
                        <a:t>Nhóm</a:t>
                      </a:r>
                    </a:p>
                  </a:txBody>
                  <a:tcPr marL="54864" marR="54864" marT="27432" marB="27432" anchor="ctr">
                    <a:solidFill>
                      <a:srgbClr val="003366"/>
                    </a:solidFill>
                  </a:tcPr>
                </a:tc>
              </a:tr>
              <a:tr h="512064">
                <a:tc>
                  <a:txBody>
                    <a:bodyPr wrap="square"/>
                    <a:lstStyle/>
                    <a:p>
                      <a:pPr>
                        <a:spcBef>
                          <a:spcPts val="0"/>
                        </a:spcBef>
                        <a:buNone/>
                      </a:pPr>
                      <a:r>
                        <a:rPr sz="1400" b="1">
                          <a:solidFill>
                            <a:srgbClr val="003366"/>
                          </a:solidFill>
                          <a:latin typeface="Roboto Black"/>
                          <a:ea typeface="Roboto Black"/>
                          <a:cs typeface="Roboto Black"/>
                        </a:rPr>
                        <a:t>1</a:t>
                      </a:r>
                    </a:p>
                  </a:txBody>
                  <a:tcPr marL="54864" marR="54864" marT="27432" marB="27432" anchor="ctr">
                    <a:solidFill>
                      <a:srgbClr val="FFFFFF"/>
                    </a:solidFill>
                  </a:tcPr>
                </a:tc>
                <a:tc>
                  <a:txBody>
                    <a:bodyPr wrap="square"/>
                    <a:lstStyle/>
                    <a:p>
                      <a:pPr>
                        <a:spcBef>
                          <a:spcPts val="0"/>
                        </a:spcBef>
                        <a:buNone/>
                      </a:pPr>
                      <a:r>
                        <a:rPr sz="1400" b="0">
                          <a:solidFill>
                            <a:srgbClr val="222222"/>
                          </a:solidFill>
                          <a:latin typeface="Roboto Medium"/>
                          <a:ea typeface="Roboto Medium"/>
                          <a:cs typeface="Roboto Medium"/>
                        </a:rPr>
                        <a:t>MIRAGE</a:t>
                      </a:r>
                    </a:p>
                  </a:txBody>
                  <a:tcPr marL="54864" marR="54864" marT="27432" marB="27432" anchor="ctr">
                    <a:solidFill>
                      <a:srgbClr val="FFFFFF"/>
                    </a:solidFill>
                  </a:tcPr>
                </a:tc>
                <a:tc>
                  <a:txBody>
                    <a:bodyPr wrap="square"/>
                    <a:lstStyle/>
                    <a:p>
                      <a:pPr>
                        <a:spcBef>
                          <a:spcPts val="0"/>
                        </a:spcBef>
                        <a:buNone/>
                      </a:pPr>
                      <a:r>
                        <a:rPr sz="1400" b="0">
                          <a:solidFill>
                            <a:srgbClr val="222222"/>
                          </a:solidFill>
                          <a:latin typeface="Roboto Medium"/>
                          <a:ea typeface="Roboto Medium"/>
                          <a:cs typeface="Roboto Medium"/>
                        </a:rPr>
                        <a:t>Che giấu topology bằng phantom structure</a:t>
                      </a:r>
                    </a:p>
                  </a:txBody>
                  <a:tcPr marL="54864" marR="54864" marT="27432" marB="27432" anchor="ctr">
                    <a:solidFill>
                      <a:srgbClr val="FFFFFF"/>
                    </a:solidFill>
                  </a:tcPr>
                </a:tc>
                <a:tc>
                  <a:txBody>
                    <a:bodyPr wrap="square"/>
                    <a:lstStyle/>
                    <a:p>
                      <a:pPr>
                        <a:spcBef>
                          <a:spcPts val="0"/>
                        </a:spcBef>
                        <a:buNone/>
                      </a:pPr>
                      <a:r>
                        <a:rPr sz="1400" b="0">
                          <a:solidFill>
                            <a:srgbClr val="222222"/>
                          </a:solidFill>
                          <a:latin typeface="Roboto Medium"/>
                          <a:ea typeface="Roboto Medium"/>
                          <a:cs typeface="Roboto Medium"/>
                        </a:rPr>
                        <a:t>29/09</a:t>
                      </a:r>
                    </a:p>
                  </a:txBody>
                  <a:tcPr marL="54864" marR="54864" marT="27432" marB="27432" anchor="ctr">
                    <a:solidFill>
                      <a:srgbClr val="FFFFFF"/>
                    </a:solidFill>
                  </a:tcPr>
                </a:tc>
                <a:tc>
                  <a:txBody>
                    <a:bodyPr wrap="square"/>
                    <a:lstStyle/>
                    <a:p>
                      <a:pPr>
                        <a:spcBef>
                          <a:spcPts val="0"/>
                        </a:spcBef>
                        <a:buNone/>
                      </a:pPr>
                      <a:r>
                        <a:rPr sz="1400" b="0">
                          <a:solidFill>
                            <a:srgbClr val="222222"/>
                          </a:solidFill>
                          <a:latin typeface="Roboto Medium"/>
                          <a:ea typeface="Roboto Medium"/>
                          <a:cs typeface="Roboto Medium"/>
                        </a:rPr>
                        <a:t>Safety</a:t>
                      </a:r>
                    </a:p>
                  </a:txBody>
                  <a:tcPr marL="54864" marR="54864" marT="27432" marB="27432" anchor="ctr">
                    <a:solidFill>
                      <a:srgbClr val="FFFFFF"/>
                    </a:solidFill>
                  </a:tcPr>
                </a:tc>
              </a:tr>
              <a:tr h="512064">
                <a:tc>
                  <a:txBody>
                    <a:bodyPr wrap="square"/>
                    <a:lstStyle/>
                    <a:p>
                      <a:pPr>
                        <a:spcBef>
                          <a:spcPts val="0"/>
                        </a:spcBef>
                        <a:buNone/>
                      </a:pPr>
                      <a:r>
                        <a:rPr sz="1400" b="1">
                          <a:solidFill>
                            <a:srgbClr val="003366"/>
                          </a:solidFill>
                          <a:latin typeface="Roboto Black"/>
                          <a:ea typeface="Roboto Black"/>
                          <a:cs typeface="Roboto Black"/>
                        </a:rPr>
                        <a:t>2</a:t>
                      </a:r>
                    </a:p>
                  </a:txBody>
                  <a:tcPr marL="54864" marR="54864" marT="27432" marB="27432" anchor="ctr">
                    <a:solidFill>
                      <a:srgbClr val="F3F6FB"/>
                    </a:solidFill>
                  </a:tcPr>
                </a:tc>
                <a:tc>
                  <a:txBody>
                    <a:bodyPr wrap="square"/>
                    <a:lstStyle/>
                    <a:p>
                      <a:pPr>
                        <a:spcBef>
                          <a:spcPts val="0"/>
                        </a:spcBef>
                        <a:buNone/>
                      </a:pPr>
                      <a:r>
                        <a:rPr sz="1400" b="0">
                          <a:solidFill>
                            <a:srgbClr val="222222"/>
                          </a:solidFill>
                          <a:latin typeface="Roboto Medium"/>
                          <a:ea typeface="Roboto Medium"/>
                          <a:cs typeface="Roboto Medium"/>
                        </a:rPr>
                        <a:t>MAC-RRG</a:t>
                      </a:r>
                    </a:p>
                  </a:txBody>
                  <a:tcPr marL="54864" marR="54864" marT="27432" marB="27432" anchor="ctr">
                    <a:solidFill>
                      <a:srgbClr val="F3F6FB"/>
                    </a:solidFill>
                  </a:tcPr>
                </a:tc>
                <a:tc>
                  <a:txBody>
                    <a:bodyPr wrap="square"/>
                    <a:lstStyle/>
                    <a:p>
                      <a:pPr>
                        <a:spcBef>
                          <a:spcPts val="0"/>
                        </a:spcBef>
                        <a:buNone/>
                      </a:pPr>
                      <a:r>
                        <a:rPr sz="1400" b="0">
                          <a:solidFill>
                            <a:srgbClr val="222222"/>
                          </a:solidFill>
                          <a:latin typeface="Roboto Medium"/>
                          <a:ea typeface="Roboto Medium"/>
                          <a:cs typeface="Roboto Medium"/>
                        </a:rPr>
                        <a:t>Multi-agent cho radiology report generation</a:t>
                      </a:r>
                    </a:p>
                  </a:txBody>
                  <a:tcPr marL="54864" marR="54864" marT="27432" marB="27432" anchor="ctr">
                    <a:solidFill>
                      <a:srgbClr val="F3F6FB"/>
                    </a:solidFill>
                  </a:tcPr>
                </a:tc>
                <a:tc>
                  <a:txBody>
                    <a:bodyPr wrap="square"/>
                    <a:lstStyle/>
                    <a:p>
                      <a:pPr>
                        <a:spcBef>
                          <a:spcPts val="0"/>
                        </a:spcBef>
                        <a:buNone/>
                      </a:pPr>
                      <a:r>
                        <a:rPr sz="1400" b="0">
                          <a:solidFill>
                            <a:srgbClr val="222222"/>
                          </a:solidFill>
                          <a:latin typeface="Roboto Medium"/>
                          <a:ea typeface="Roboto Medium"/>
                          <a:cs typeface="Roboto Medium"/>
                        </a:rPr>
                        <a:t>20/09</a:t>
                      </a:r>
                    </a:p>
                  </a:txBody>
                  <a:tcPr marL="54864" marR="54864" marT="27432" marB="27432" anchor="ctr">
                    <a:solidFill>
                      <a:srgbClr val="F3F6FB"/>
                    </a:solidFill>
                  </a:tcPr>
                </a:tc>
                <a:tc>
                  <a:txBody>
                    <a:bodyPr wrap="square"/>
                    <a:lstStyle/>
                    <a:p>
                      <a:pPr>
                        <a:spcBef>
                          <a:spcPts val="0"/>
                        </a:spcBef>
                        <a:buNone/>
                      </a:pPr>
                      <a:r>
                        <a:rPr sz="1400" b="0">
                          <a:solidFill>
                            <a:srgbClr val="222222"/>
                          </a:solidFill>
                          <a:latin typeface="Roboto Medium"/>
                          <a:ea typeface="Roboto Medium"/>
                          <a:cs typeface="Roboto Medium"/>
                        </a:rPr>
                        <a:t>Application</a:t>
                      </a:r>
                    </a:p>
                  </a:txBody>
                  <a:tcPr marL="54864" marR="54864" marT="27432" marB="27432" anchor="ctr">
                    <a:solidFill>
                      <a:srgbClr val="F3F6FB"/>
                    </a:solidFill>
                  </a:tcPr>
                </a:tc>
              </a:tr>
              <a:tr h="512064">
                <a:tc>
                  <a:txBody>
                    <a:bodyPr wrap="square"/>
                    <a:lstStyle/>
                    <a:p>
                      <a:pPr>
                        <a:spcBef>
                          <a:spcPts val="0"/>
                        </a:spcBef>
                        <a:buNone/>
                      </a:pPr>
                      <a:r>
                        <a:rPr sz="1400" b="1">
                          <a:solidFill>
                            <a:srgbClr val="003366"/>
                          </a:solidFill>
                          <a:latin typeface="Roboto Black"/>
                          <a:ea typeface="Roboto Black"/>
                          <a:cs typeface="Roboto Black"/>
                        </a:rPr>
                        <a:t>3</a:t>
                      </a:r>
                    </a:p>
                  </a:txBody>
                  <a:tcPr marL="54864" marR="54864" marT="27432" marB="27432" anchor="ctr">
                    <a:solidFill>
                      <a:srgbClr val="FFFFFF"/>
                    </a:solidFill>
                  </a:tcPr>
                </a:tc>
                <a:tc>
                  <a:txBody>
                    <a:bodyPr wrap="square"/>
                    <a:lstStyle/>
                    <a:p>
                      <a:pPr>
                        <a:spcBef>
                          <a:spcPts val="0"/>
                        </a:spcBef>
                        <a:buNone/>
                      </a:pPr>
                      <a:r>
                        <a:rPr sz="1400" b="0">
                          <a:solidFill>
                            <a:srgbClr val="222222"/>
                          </a:solidFill>
                          <a:latin typeface="Roboto Medium"/>
                          <a:ea typeface="Roboto Medium"/>
                          <a:cs typeface="Roboto Medium"/>
                        </a:rPr>
                        <a:t>ProgRouter</a:t>
                      </a:r>
                    </a:p>
                  </a:txBody>
                  <a:tcPr marL="54864" marR="54864" marT="27432" marB="27432" anchor="ctr">
                    <a:solidFill>
                      <a:srgbClr val="FFFFFF"/>
                    </a:solidFill>
                  </a:tcPr>
                </a:tc>
                <a:tc>
                  <a:txBody>
                    <a:bodyPr wrap="square"/>
                    <a:lstStyle/>
                    <a:p>
                      <a:pPr>
                        <a:spcBef>
                          <a:spcPts val="0"/>
                        </a:spcBef>
                        <a:buNone/>
                      </a:pPr>
                      <a:r>
                        <a:rPr sz="1400" b="0">
                          <a:solidFill>
                            <a:srgbClr val="222222"/>
                          </a:solidFill>
                          <a:latin typeface="Roboto Medium"/>
                          <a:ea typeface="Roboto Medium"/>
                          <a:cs typeface="Roboto Medium"/>
                        </a:rPr>
                        <a:t>Routing LLM theo tiến độ, có ngân sách</a:t>
                      </a:r>
                    </a:p>
                  </a:txBody>
                  <a:tcPr marL="54864" marR="54864" marT="27432" marB="27432" anchor="ctr">
                    <a:solidFill>
                      <a:srgbClr val="FFFFFF"/>
                    </a:solidFill>
                  </a:tcPr>
                </a:tc>
                <a:tc>
                  <a:txBody>
                    <a:bodyPr wrap="square"/>
                    <a:lstStyle/>
                    <a:p>
                      <a:pPr>
                        <a:spcBef>
                          <a:spcPts val="0"/>
                        </a:spcBef>
                        <a:buNone/>
                      </a:pPr>
                      <a:r>
                        <a:rPr sz="1400" b="0">
                          <a:solidFill>
                            <a:srgbClr val="222222"/>
                          </a:solidFill>
                          <a:latin typeface="Roboto Medium"/>
                          <a:ea typeface="Roboto Medium"/>
                          <a:cs typeface="Roboto Medium"/>
                        </a:rPr>
                        <a:t>26/08</a:t>
                      </a:r>
                    </a:p>
                  </a:txBody>
                  <a:tcPr marL="54864" marR="54864" marT="27432" marB="27432" anchor="ctr">
                    <a:solidFill>
                      <a:srgbClr val="FFFFFF"/>
                    </a:solidFill>
                  </a:tcPr>
                </a:tc>
                <a:tc>
                  <a:txBody>
                    <a:bodyPr wrap="square"/>
                    <a:lstStyle/>
                    <a:p>
                      <a:pPr>
                        <a:spcBef>
                          <a:spcPts val="0"/>
                        </a:spcBef>
                        <a:buNone/>
                      </a:pPr>
                      <a:r>
                        <a:rPr sz="1400" b="0">
                          <a:solidFill>
                            <a:srgbClr val="222222"/>
                          </a:solidFill>
                          <a:latin typeface="Roboto Medium"/>
                          <a:ea typeface="Roboto Medium"/>
                          <a:cs typeface="Roboto Medium"/>
                        </a:rPr>
                        <a:t>Orchestration</a:t>
                      </a:r>
                    </a:p>
                  </a:txBody>
                  <a:tcPr marL="54864" marR="54864" marT="27432" marB="27432" anchor="ctr">
                    <a:solidFill>
                      <a:srgbClr val="FFFFFF"/>
                    </a:solidFill>
                  </a:tcPr>
                </a:tc>
              </a:tr>
              <a:tr h="512064">
                <a:tc>
                  <a:txBody>
                    <a:bodyPr wrap="square"/>
                    <a:lstStyle/>
                    <a:p>
                      <a:pPr>
                        <a:spcBef>
                          <a:spcPts val="0"/>
                        </a:spcBef>
                        <a:buNone/>
                      </a:pPr>
                      <a:r>
                        <a:rPr sz="1400" b="1">
                          <a:solidFill>
                            <a:srgbClr val="003366"/>
                          </a:solidFill>
                          <a:latin typeface="Roboto Black"/>
                          <a:ea typeface="Roboto Black"/>
                          <a:cs typeface="Roboto Black"/>
                        </a:rPr>
                        <a:t>4</a:t>
                      </a:r>
                    </a:p>
                  </a:txBody>
                  <a:tcPr marL="54864" marR="54864" marT="27432" marB="27432" anchor="ctr">
                    <a:solidFill>
                      <a:srgbClr val="F3F6FB"/>
                    </a:solidFill>
                  </a:tcPr>
                </a:tc>
                <a:tc>
                  <a:txBody>
                    <a:bodyPr wrap="square"/>
                    <a:lstStyle/>
                    <a:p>
                      <a:pPr>
                        <a:spcBef>
                          <a:spcPts val="0"/>
                        </a:spcBef>
                        <a:buNone/>
                      </a:pPr>
                      <a:r>
                        <a:rPr sz="1400" b="0">
                          <a:solidFill>
                            <a:srgbClr val="222222"/>
                          </a:solidFill>
                          <a:latin typeface="Roboto Medium"/>
                          <a:ea typeface="Roboto Medium"/>
                          <a:cs typeface="Roboto Medium"/>
                        </a:rPr>
                        <a:t>TIDE</a:t>
                      </a:r>
                    </a:p>
                  </a:txBody>
                  <a:tcPr marL="54864" marR="54864" marT="27432" marB="27432" anchor="ctr">
                    <a:solidFill>
                      <a:srgbClr val="F3F6FB"/>
                    </a:solidFill>
                  </a:tcPr>
                </a:tc>
                <a:tc>
                  <a:txBody>
                    <a:bodyPr wrap="square"/>
                    <a:lstStyle/>
                    <a:p>
                      <a:pPr>
                        <a:spcBef>
                          <a:spcPts val="0"/>
                        </a:spcBef>
                        <a:buNone/>
                      </a:pPr>
                      <a:r>
                        <a:rPr sz="1400" b="0">
                          <a:solidFill>
                            <a:srgbClr val="222222"/>
                          </a:solidFill>
                          <a:latin typeface="Roboto Medium"/>
                          <a:ea typeface="Roboto Medium"/>
                          <a:cs typeface="Roboto Medium"/>
                        </a:rPr>
                        <a:t>Misinformation khi sự thật bị phân tán</a:t>
                      </a:r>
                    </a:p>
                  </a:txBody>
                  <a:tcPr marL="54864" marR="54864" marT="27432" marB="27432" anchor="ctr">
                    <a:solidFill>
                      <a:srgbClr val="F3F6FB"/>
                    </a:solidFill>
                  </a:tcPr>
                </a:tc>
                <a:tc>
                  <a:txBody>
                    <a:bodyPr wrap="square"/>
                    <a:lstStyle/>
                    <a:p>
                      <a:pPr>
                        <a:spcBef>
                          <a:spcPts val="0"/>
                        </a:spcBef>
                        <a:buNone/>
                      </a:pPr>
                      <a:r>
                        <a:rPr sz="1400" b="0">
                          <a:solidFill>
                            <a:srgbClr val="222222"/>
                          </a:solidFill>
                          <a:latin typeface="Roboto Medium"/>
                          <a:ea typeface="Roboto Medium"/>
                          <a:cs typeface="Roboto Medium"/>
                        </a:rPr>
                        <a:t>04/08</a:t>
                      </a:r>
                    </a:p>
                  </a:txBody>
                  <a:tcPr marL="54864" marR="54864" marT="27432" marB="27432" anchor="ctr">
                    <a:solidFill>
                      <a:srgbClr val="F3F6FB"/>
                    </a:solidFill>
                  </a:tcPr>
                </a:tc>
                <a:tc>
                  <a:txBody>
                    <a:bodyPr wrap="square"/>
                    <a:lstStyle/>
                    <a:p>
                      <a:pPr>
                        <a:spcBef>
                          <a:spcPts val="0"/>
                        </a:spcBef>
                        <a:buNone/>
                      </a:pPr>
                      <a:r>
                        <a:rPr sz="1400" b="0">
                          <a:solidFill>
                            <a:srgbClr val="222222"/>
                          </a:solidFill>
                          <a:latin typeface="Roboto Medium"/>
                          <a:ea typeface="Roboto Medium"/>
                          <a:cs typeface="Roboto Medium"/>
                        </a:rPr>
                        <a:t>Safety</a:t>
                      </a:r>
                    </a:p>
                  </a:txBody>
                  <a:tcPr marL="54864" marR="54864" marT="27432" marB="27432" anchor="ctr">
                    <a:solidFill>
                      <a:srgbClr val="F3F6FB"/>
                    </a:solidFill>
                  </a:tcPr>
                </a:tc>
              </a:tr>
              <a:tr h="512064">
                <a:tc>
                  <a:txBody>
                    <a:bodyPr wrap="square"/>
                    <a:lstStyle/>
                    <a:p>
                      <a:pPr>
                        <a:spcBef>
                          <a:spcPts val="0"/>
                        </a:spcBef>
                        <a:buNone/>
                      </a:pPr>
                      <a:r>
                        <a:rPr sz="1400" b="1">
                          <a:solidFill>
                            <a:srgbClr val="003366"/>
                          </a:solidFill>
                          <a:latin typeface="Roboto Black"/>
                          <a:ea typeface="Roboto Black"/>
                          <a:cs typeface="Roboto Black"/>
                        </a:rPr>
                        <a:t>5</a:t>
                      </a:r>
                    </a:p>
                  </a:txBody>
                  <a:tcPr marL="54864" marR="54864" marT="27432" marB="27432" anchor="ctr">
                    <a:solidFill>
                      <a:srgbClr val="FFFFFF"/>
                    </a:solidFill>
                  </a:tcPr>
                </a:tc>
                <a:tc>
                  <a:txBody>
                    <a:bodyPr wrap="square"/>
                    <a:lstStyle/>
                    <a:p>
                      <a:pPr>
                        <a:spcBef>
                          <a:spcPts val="0"/>
                        </a:spcBef>
                        <a:buNone/>
                      </a:pPr>
                      <a:r>
                        <a:rPr sz="1400" b="0">
                          <a:solidFill>
                            <a:srgbClr val="222222"/>
                          </a:solidFill>
                          <a:latin typeface="Roboto Medium"/>
                          <a:ea typeface="Roboto Medium"/>
                          <a:cs typeface="Roboto Medium"/>
                        </a:rPr>
                        <a:t>HalluProp</a:t>
                      </a:r>
                    </a:p>
                  </a:txBody>
                  <a:tcPr marL="54864" marR="54864" marT="27432" marB="27432" anchor="ctr">
                    <a:solidFill>
                      <a:srgbClr val="FFFFFF"/>
                    </a:solidFill>
                  </a:tcPr>
                </a:tc>
                <a:tc>
                  <a:txBody>
                    <a:bodyPr wrap="square"/>
                    <a:lstStyle/>
                    <a:p>
                      <a:pPr>
                        <a:spcBef>
                          <a:spcPts val="0"/>
                        </a:spcBef>
                        <a:buNone/>
                      </a:pPr>
                      <a:r>
                        <a:rPr sz="1400" b="0">
                          <a:solidFill>
                            <a:srgbClr val="222222"/>
                          </a:solidFill>
                          <a:latin typeface="Roboto Medium"/>
                          <a:ea typeface="Roboto Medium"/>
                          <a:cs typeface="Roboto Medium"/>
                        </a:rPr>
                        <a:t>Dự báo rủi ro hallucination pre-hoc</a:t>
                      </a:r>
                    </a:p>
                  </a:txBody>
                  <a:tcPr marL="54864" marR="54864" marT="27432" marB="27432" anchor="ctr">
                    <a:solidFill>
                      <a:srgbClr val="FFFFFF"/>
                    </a:solidFill>
                  </a:tcPr>
                </a:tc>
                <a:tc>
                  <a:txBody>
                    <a:bodyPr wrap="square"/>
                    <a:lstStyle/>
                    <a:p>
                      <a:pPr>
                        <a:spcBef>
                          <a:spcPts val="0"/>
                        </a:spcBef>
                        <a:buNone/>
                      </a:pPr>
                      <a:r>
                        <a:rPr sz="1400" b="0">
                          <a:solidFill>
                            <a:srgbClr val="222222"/>
                          </a:solidFill>
                          <a:latin typeface="Roboto Medium"/>
                          <a:ea typeface="Roboto Medium"/>
                          <a:cs typeface="Roboto Medium"/>
                        </a:rPr>
                        <a:t>29/07</a:t>
                      </a:r>
                    </a:p>
                  </a:txBody>
                  <a:tcPr marL="54864" marR="54864" marT="27432" marB="27432" anchor="ctr">
                    <a:solidFill>
                      <a:srgbClr val="FFFFFF"/>
                    </a:solidFill>
                  </a:tcPr>
                </a:tc>
                <a:tc>
                  <a:txBody>
                    <a:bodyPr wrap="square"/>
                    <a:lstStyle/>
                    <a:p>
                      <a:pPr>
                        <a:spcBef>
                          <a:spcPts val="0"/>
                        </a:spcBef>
                        <a:buNone/>
                      </a:pPr>
                      <a:r>
                        <a:rPr sz="1400" b="0">
                          <a:solidFill>
                            <a:srgbClr val="222222"/>
                          </a:solidFill>
                          <a:latin typeface="Roboto Medium"/>
                          <a:ea typeface="Roboto Medium"/>
                          <a:cs typeface="Roboto Medium"/>
                        </a:rPr>
                        <a:t>Orchestration</a:t>
                      </a:r>
                    </a:p>
                  </a:txBody>
                  <a:tcPr marL="54864" marR="54864" marT="27432" marB="27432" anchor="ctr">
                    <a:solidFill>
                      <a:srgbClr val="FFFFFF"/>
                    </a:solidFill>
                  </a:tcPr>
                </a:tc>
              </a:tr>
              <a:tr h="512064">
                <a:tc>
                  <a:txBody>
                    <a:bodyPr wrap="square"/>
                    <a:lstStyle/>
                    <a:p>
                      <a:pPr>
                        <a:spcBef>
                          <a:spcPts val="0"/>
                        </a:spcBef>
                        <a:buNone/>
                      </a:pPr>
                      <a:r>
                        <a:rPr sz="1400" b="1">
                          <a:solidFill>
                            <a:srgbClr val="003366"/>
                          </a:solidFill>
                          <a:latin typeface="Roboto Black"/>
                          <a:ea typeface="Roboto Black"/>
                          <a:cs typeface="Roboto Black"/>
                        </a:rPr>
                        <a:t>6</a:t>
                      </a:r>
                    </a:p>
                  </a:txBody>
                  <a:tcPr marL="54864" marR="54864" marT="27432" marB="27432" anchor="ctr">
                    <a:solidFill>
                      <a:srgbClr val="F3F6FB"/>
                    </a:solidFill>
                  </a:tcPr>
                </a:tc>
                <a:tc>
                  <a:txBody>
                    <a:bodyPr wrap="square"/>
                    <a:lstStyle/>
                    <a:p>
                      <a:pPr>
                        <a:spcBef>
                          <a:spcPts val="0"/>
                        </a:spcBef>
                        <a:buNone/>
                      </a:pPr>
                      <a:r>
                        <a:rPr sz="1400" b="0">
                          <a:solidFill>
                            <a:srgbClr val="222222"/>
                          </a:solidFill>
                          <a:latin typeface="Roboto Medium"/>
                          <a:ea typeface="Roboto Medium"/>
                          <a:cs typeface="Roboto Medium"/>
                        </a:rPr>
                        <a:t>UrbanAgent</a:t>
                      </a:r>
                    </a:p>
                  </a:txBody>
                  <a:tcPr marL="54864" marR="54864" marT="27432" marB="27432" anchor="ctr">
                    <a:solidFill>
                      <a:srgbClr val="F3F6FB"/>
                    </a:solidFill>
                  </a:tcPr>
                </a:tc>
                <a:tc>
                  <a:txBody>
                    <a:bodyPr wrap="square"/>
                    <a:lstStyle/>
                    <a:p>
                      <a:pPr>
                        <a:spcBef>
                          <a:spcPts val="0"/>
                        </a:spcBef>
                        <a:buNone/>
                      </a:pPr>
                      <a:r>
                        <a:rPr sz="1400" b="0">
                          <a:solidFill>
                            <a:srgbClr val="222222"/>
                          </a:solidFill>
                          <a:latin typeface="Roboto Medium"/>
                          <a:ea typeface="Roboto Medium"/>
                          <a:cs typeface="Roboto Medium"/>
                        </a:rPr>
                        <a:t>Urban region profiling (KDD’26)</a:t>
                      </a:r>
                    </a:p>
                  </a:txBody>
                  <a:tcPr marL="54864" marR="54864" marT="27432" marB="27432" anchor="ctr">
                    <a:solidFill>
                      <a:srgbClr val="F3F6FB"/>
                    </a:solidFill>
                  </a:tcPr>
                </a:tc>
                <a:tc>
                  <a:txBody>
                    <a:bodyPr wrap="square"/>
                    <a:lstStyle/>
                    <a:p>
                      <a:pPr>
                        <a:spcBef>
                          <a:spcPts val="0"/>
                        </a:spcBef>
                        <a:buNone/>
                      </a:pPr>
                      <a:r>
                        <a:rPr sz="1400" b="0">
                          <a:solidFill>
                            <a:srgbClr val="222222"/>
                          </a:solidFill>
                          <a:latin typeface="Roboto Medium"/>
                          <a:ea typeface="Roboto Medium"/>
                          <a:cs typeface="Roboto Medium"/>
                        </a:rPr>
                        <a:t>15/07</a:t>
                      </a:r>
                    </a:p>
                  </a:txBody>
                  <a:tcPr marL="54864" marR="54864" marT="27432" marB="27432" anchor="ctr">
                    <a:solidFill>
                      <a:srgbClr val="F3F6FB"/>
                    </a:solidFill>
                  </a:tcPr>
                </a:tc>
                <a:tc>
                  <a:txBody>
                    <a:bodyPr wrap="square"/>
                    <a:lstStyle/>
                    <a:p>
                      <a:pPr>
                        <a:spcBef>
                          <a:spcPts val="0"/>
                        </a:spcBef>
                        <a:buNone/>
                      </a:pPr>
                      <a:r>
                        <a:rPr sz="1400" b="0">
                          <a:solidFill>
                            <a:srgbClr val="222222"/>
                          </a:solidFill>
                          <a:latin typeface="Roboto Medium"/>
                          <a:ea typeface="Roboto Medium"/>
                          <a:cs typeface="Roboto Medium"/>
                        </a:rPr>
                        <a:t>Application</a:t>
                      </a:r>
                    </a:p>
                  </a:txBody>
                  <a:tcPr marL="54864" marR="54864" marT="27432" marB="27432" anchor="ctr">
                    <a:solidFill>
                      <a:srgbClr val="F3F6FB"/>
                    </a:solidFill>
                  </a:tcPr>
                </a:tc>
              </a:tr>
              <a:tr h="512064">
                <a:tc>
                  <a:txBody>
                    <a:bodyPr wrap="square"/>
                    <a:lstStyle/>
                    <a:p>
                      <a:pPr>
                        <a:spcBef>
                          <a:spcPts val="0"/>
                        </a:spcBef>
                        <a:buNone/>
                      </a:pPr>
                      <a:r>
                        <a:rPr sz="1400" b="1">
                          <a:solidFill>
                            <a:srgbClr val="003366"/>
                          </a:solidFill>
                          <a:latin typeface="Roboto Black"/>
                          <a:ea typeface="Roboto Black"/>
                          <a:cs typeface="Roboto Black"/>
                        </a:rPr>
                        <a:t>7</a:t>
                      </a:r>
                    </a:p>
                  </a:txBody>
                  <a:tcPr marL="54864" marR="54864" marT="27432" marB="27432" anchor="ctr">
                    <a:solidFill>
                      <a:srgbClr val="FFFFFF"/>
                    </a:solidFill>
                  </a:tcPr>
                </a:tc>
                <a:tc>
                  <a:txBody>
                    <a:bodyPr wrap="square"/>
                    <a:lstStyle/>
                    <a:p>
                      <a:pPr>
                        <a:spcBef>
                          <a:spcPts val="0"/>
                        </a:spcBef>
                        <a:buNone/>
                      </a:pPr>
                      <a:r>
                        <a:rPr sz="1400" b="0">
                          <a:solidFill>
                            <a:srgbClr val="222222"/>
                          </a:solidFill>
                          <a:latin typeface="Roboto Medium"/>
                          <a:ea typeface="Roboto Medium"/>
                          <a:cs typeface="Roboto Medium"/>
                        </a:rPr>
                        <a:t>DAIN</a:t>
                      </a:r>
                    </a:p>
                  </a:txBody>
                  <a:tcPr marL="54864" marR="54864" marT="27432" marB="27432" anchor="ctr">
                    <a:solidFill>
                      <a:srgbClr val="FFFFFF"/>
                    </a:solidFill>
                  </a:tcPr>
                </a:tc>
                <a:tc>
                  <a:txBody>
                    <a:bodyPr wrap="square"/>
                    <a:lstStyle/>
                    <a:p>
                      <a:pPr>
                        <a:spcBef>
                          <a:spcPts val="0"/>
                        </a:spcBef>
                        <a:buNone/>
                      </a:pPr>
                      <a:r>
                        <a:rPr sz="1400" b="0">
                          <a:solidFill>
                            <a:srgbClr val="222222"/>
                          </a:solidFill>
                          <a:latin typeface="Roboto Medium"/>
                          <a:ea typeface="Roboto Medium"/>
                          <a:cs typeface="Roboto Medium"/>
                        </a:rPr>
                        <a:t>Dynamic agent interaction network</a:t>
                      </a:r>
                    </a:p>
                  </a:txBody>
                  <a:tcPr marL="54864" marR="54864" marT="27432" marB="27432" anchor="ctr">
                    <a:solidFill>
                      <a:srgbClr val="FFFFFF"/>
                    </a:solidFill>
                  </a:tcPr>
                </a:tc>
                <a:tc>
                  <a:txBody>
                    <a:bodyPr wrap="square"/>
                    <a:lstStyle/>
                    <a:p>
                      <a:pPr>
                        <a:spcBef>
                          <a:spcPts val="0"/>
                        </a:spcBef>
                        <a:buNone/>
                      </a:pPr>
                      <a:r>
                        <a:rPr sz="1400" b="0">
                          <a:solidFill>
                            <a:srgbClr val="222222"/>
                          </a:solidFill>
                          <a:latin typeface="Roboto Medium"/>
                          <a:ea typeface="Roboto Medium"/>
                          <a:cs typeface="Roboto Medium"/>
                        </a:rPr>
                        <a:t>29/06</a:t>
                      </a:r>
                    </a:p>
                  </a:txBody>
                  <a:tcPr marL="54864" marR="54864" marT="27432" marB="27432" anchor="ctr">
                    <a:solidFill>
                      <a:srgbClr val="FFFFFF"/>
                    </a:solidFill>
                  </a:tcPr>
                </a:tc>
                <a:tc>
                  <a:txBody>
                    <a:bodyPr wrap="square"/>
                    <a:lstStyle/>
                    <a:p>
                      <a:pPr>
                        <a:spcBef>
                          <a:spcPts val="0"/>
                        </a:spcBef>
                        <a:buNone/>
                      </a:pPr>
                      <a:r>
                        <a:rPr sz="1400" b="0">
                          <a:solidFill>
                            <a:srgbClr val="222222"/>
                          </a:solidFill>
                          <a:latin typeface="Roboto Medium"/>
                          <a:ea typeface="Roboto Medium"/>
                          <a:cs typeface="Roboto Medium"/>
                        </a:rPr>
                        <a:t>Communication</a:t>
                      </a:r>
                    </a:p>
                  </a:txBody>
                  <a:tcPr marL="54864" marR="54864" marT="27432" marB="27432" anchor="ctr">
                    <a:solidFill>
                      <a:srgbClr val="FFFFFF"/>
                    </a:solidFill>
                  </a:tcPr>
                </a:tc>
              </a:tr>
              <a:tr h="512064">
                <a:tc>
                  <a:txBody>
                    <a:bodyPr wrap="square"/>
                    <a:lstStyle/>
                    <a:p>
                      <a:pPr>
                        <a:spcBef>
                          <a:spcPts val="0"/>
                        </a:spcBef>
                        <a:buNone/>
                      </a:pPr>
                      <a:r>
                        <a:rPr sz="1400" b="1">
                          <a:solidFill>
                            <a:srgbClr val="003366"/>
                          </a:solidFill>
                          <a:latin typeface="Roboto Black"/>
                          <a:ea typeface="Roboto Black"/>
                          <a:cs typeface="Roboto Black"/>
                        </a:rPr>
                        <a:t>8</a:t>
                      </a:r>
                    </a:p>
                  </a:txBody>
                  <a:tcPr marL="54864" marR="54864" marT="27432" marB="27432" anchor="ctr">
                    <a:solidFill>
                      <a:srgbClr val="F3F6FB"/>
                    </a:solidFill>
                  </a:tcPr>
                </a:tc>
                <a:tc>
                  <a:txBody>
                    <a:bodyPr wrap="square"/>
                    <a:lstStyle/>
                    <a:p>
                      <a:pPr>
                        <a:spcBef>
                          <a:spcPts val="0"/>
                        </a:spcBef>
                        <a:buNone/>
                      </a:pPr>
                      <a:r>
                        <a:rPr sz="1400" b="0">
                          <a:solidFill>
                            <a:srgbClr val="222222"/>
                          </a:solidFill>
                          <a:latin typeface="Roboto Medium"/>
                          <a:ea typeface="Roboto Medium"/>
                          <a:cs typeface="Roboto Medium"/>
                        </a:rPr>
                        <a:t>AGENT-RADAR</a:t>
                      </a:r>
                    </a:p>
                  </a:txBody>
                  <a:tcPr marL="54864" marR="54864" marT="27432" marB="27432" anchor="ctr">
                    <a:solidFill>
                      <a:srgbClr val="F3F6FB"/>
                    </a:solidFill>
                  </a:tcPr>
                </a:tc>
                <a:tc>
                  <a:txBody>
                    <a:bodyPr wrap="square"/>
                    <a:lstStyle/>
                    <a:p>
                      <a:pPr>
                        <a:spcBef>
                          <a:spcPts val="0"/>
                        </a:spcBef>
                        <a:buNone/>
                      </a:pPr>
                      <a:r>
                        <a:rPr sz="1400" b="0">
                          <a:solidFill>
                            <a:srgbClr val="222222"/>
                          </a:solidFill>
                          <a:latin typeface="Roboto Medium"/>
                          <a:ea typeface="Roboto Medium"/>
                          <a:cs typeface="Roboto Medium"/>
                        </a:rPr>
                        <a:t>Attention steering cho MAS</a:t>
                      </a:r>
                    </a:p>
                  </a:txBody>
                  <a:tcPr marL="54864" marR="54864" marT="27432" marB="27432" anchor="ctr">
                    <a:solidFill>
                      <a:srgbClr val="F3F6FB"/>
                    </a:solidFill>
                  </a:tcPr>
                </a:tc>
                <a:tc>
                  <a:txBody>
                    <a:bodyPr wrap="square"/>
                    <a:lstStyle/>
                    <a:p>
                      <a:pPr>
                        <a:spcBef>
                          <a:spcPts val="0"/>
                        </a:spcBef>
                        <a:buNone/>
                      </a:pPr>
                      <a:r>
                        <a:rPr sz="1400" b="0">
                          <a:solidFill>
                            <a:srgbClr val="222222"/>
                          </a:solidFill>
                          <a:latin typeface="Roboto Medium"/>
                          <a:ea typeface="Roboto Medium"/>
                          <a:cs typeface="Roboto Medium"/>
                        </a:rPr>
                        <a:t>28/05</a:t>
                      </a:r>
                    </a:p>
                  </a:txBody>
                  <a:tcPr marL="54864" marR="54864" marT="27432" marB="27432" anchor="ctr">
                    <a:solidFill>
                      <a:srgbClr val="F3F6FB"/>
                    </a:solidFill>
                  </a:tcPr>
                </a:tc>
                <a:tc>
                  <a:txBody>
                    <a:bodyPr wrap="square"/>
                    <a:lstStyle/>
                    <a:p>
                      <a:pPr>
                        <a:spcBef>
                          <a:spcPts val="0"/>
                        </a:spcBef>
                        <a:buNone/>
                      </a:pPr>
                      <a:r>
                        <a:rPr sz="1400" b="0">
                          <a:solidFill>
                            <a:srgbClr val="222222"/>
                          </a:solidFill>
                          <a:latin typeface="Roboto Medium"/>
                          <a:ea typeface="Roboto Medium"/>
                          <a:cs typeface="Roboto Medium"/>
                        </a:rPr>
                        <a:t>Communication</a:t>
                      </a:r>
                    </a:p>
                  </a:txBody>
                  <a:tcPr marL="54864" marR="54864" marT="27432" marB="27432" anchor="ctr">
                    <a:solidFill>
                      <a:srgbClr val="F3F6FB"/>
                    </a:solidFill>
                  </a:tcPr>
                </a:tc>
              </a:tr>
            </a:tbl>
          </a:graphicData>
        </a:graphic>
      </p:graphicFrame>
      <p:sp>
        <p:nvSpPr>
          <p:cNvPr id="9" name="Rectangle 8"/>
          <p:cNvSpPr/>
          <p:nvPr/>
        </p:nvSpPr>
        <p:spPr>
          <a:xfrm>
            <a:off x="8321040" y="960120"/>
            <a:ext cx="3456432" cy="4617720"/>
          </a:xfrm>
          <a:prstGeom prst="rect">
            <a:avLst/>
          </a:prstGeom>
          <a:solidFill>
            <a:srgbClr val="F3F6FB"/>
          </a:solidFill>
          <a:ln w="9525">
            <a:solidFill>
              <a:srgbClr val="CFD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321040" y="960120"/>
            <a:ext cx="3456432" cy="54864"/>
          </a:xfrm>
          <a:prstGeom prst="rect">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467344" y="1069848"/>
            <a:ext cx="3182112" cy="4434840"/>
          </a:xfrm>
          <a:prstGeom prst="rect">
            <a:avLst/>
          </a:prstGeom>
          <a:noFill/>
        </p:spPr>
        <p:txBody>
          <a:bodyPr wrap="square" anchor="t" lIns="45720" rIns="45720" tIns="18288" bIns="18288"/>
          <a:lstStyle/>
          <a:p>
            <a:pPr>
              <a:spcBef>
                <a:spcPts val="0"/>
              </a:spcBef>
              <a:buNone/>
            </a:pPr>
            <a:r>
              <a:rPr sz="1900" b="1">
                <a:solidFill>
                  <a:srgbClr val="003366"/>
                </a:solidFill>
                <a:latin typeface="Roboto Black"/>
                <a:ea typeface="Roboto Black"/>
                <a:cs typeface="Roboto Black"/>
              </a:rPr>
              <a:t>Cách chọn bài</a:t>
            </a:r>
          </a:p>
          <a:p>
            <a:pPr marL="125984" indent="-125984">
              <a:spcBef>
                <a:spcPts val="600"/>
              </a:spcBef>
              <a:buClr>
                <a:srgbClr val="C00000"/>
              </a:buClr>
              <a:buFont typeface="Arial"/>
              <a:buChar char="•"/>
            </a:pPr>
            <a:r>
              <a:rPr sz="1600" b="0">
                <a:solidFill>
                  <a:srgbClr val="222222"/>
                </a:solidFill>
                <a:latin typeface="Roboto Medium"/>
                <a:ea typeface="Roboto Medium"/>
                <a:cs typeface="Roboto Medium"/>
              </a:rPr>
              <a:t>Nguồn: </a:t>
            </a:r>
            <a:r>
              <a:rPr sz="1600" b="1">
                <a:solidFill>
                  <a:srgbClr val="003366"/>
                </a:solidFill>
                <a:latin typeface="Roboto Black"/>
                <a:ea typeface="Roboto Black"/>
                <a:cs typeface="Roboto Black"/>
              </a:rPr>
              <a:t>arXiv</a:t>
            </a:r>
            <a:r>
              <a:rPr sz="1600" b="0">
                <a:solidFill>
                  <a:srgbClr val="222222"/>
                </a:solidFill>
                <a:latin typeface="Roboto Medium"/>
                <a:ea typeface="Roboto Medium"/>
                <a:cs typeface="Roboto Medium"/>
              </a:rPr>
              <a:t>.</a:t>
            </a:r>
          </a:p>
          <a:p>
            <a:pPr marL="125984" indent="-125984">
              <a:spcBef>
                <a:spcPts val="600"/>
              </a:spcBef>
              <a:buClr>
                <a:srgbClr val="C00000"/>
              </a:buClr>
              <a:buFont typeface="Arial"/>
              <a:buChar char="•"/>
            </a:pPr>
            <a:r>
              <a:rPr sz="1600" b="0">
                <a:solidFill>
                  <a:srgbClr val="222222"/>
                </a:solidFill>
                <a:latin typeface="Roboto Medium"/>
                <a:ea typeface="Roboto Medium"/>
                <a:cs typeface="Roboto Medium"/>
              </a:rPr>
              <a:t>Abstract chứa “multi-agent” và “collaborative reasoning”.</a:t>
            </a:r>
          </a:p>
          <a:p>
            <a:pPr marL="125984" indent="-125984">
              <a:spcBef>
                <a:spcPts val="600"/>
              </a:spcBef>
              <a:buClr>
                <a:srgbClr val="C00000"/>
              </a:buClr>
              <a:buFont typeface="Arial"/>
              <a:buChar char="•"/>
            </a:pPr>
            <a:r>
              <a:rPr sz="1600" b="0">
                <a:solidFill>
                  <a:srgbClr val="222222"/>
                </a:solidFill>
                <a:latin typeface="Roboto Medium"/>
                <a:ea typeface="Roboto Medium"/>
                <a:cs typeface="Roboto Medium"/>
              </a:rPr>
              <a:t>Lấy </a:t>
            </a:r>
            <a:r>
              <a:rPr sz="1600" b="1">
                <a:solidFill>
                  <a:srgbClr val="003366"/>
                </a:solidFill>
                <a:latin typeface="Roboto Black"/>
                <a:ea typeface="Roboto Black"/>
                <a:cs typeface="Roboto Black"/>
              </a:rPr>
              <a:t>8 bài mới nhất</a:t>
            </a:r>
            <a:r>
              <a:rPr sz="1600" b="0">
                <a:solidFill>
                  <a:srgbClr val="222222"/>
                </a:solidFill>
                <a:latin typeface="Roboto Medium"/>
                <a:ea typeface="Roboto Medium"/>
                <a:cs typeface="Roboto Medium"/>
              </a:rPr>
              <a:t> (05–09/2026).</a:t>
            </a:r>
          </a:p>
          <a:p>
            <a:pPr>
              <a:spcBef>
                <a:spcPts val="1400"/>
              </a:spcBef>
              <a:buNone/>
            </a:pPr>
            <a:r>
              <a:rPr sz="1900" b="1">
                <a:solidFill>
                  <a:srgbClr val="C00000"/>
                </a:solidFill>
                <a:latin typeface="Roboto Black"/>
                <a:ea typeface="Roboto Black"/>
                <a:cs typeface="Roboto Black"/>
              </a:rPr>
              <a:t>Lưu ý</a:t>
            </a:r>
          </a:p>
          <a:p>
            <a:pPr marL="125984" indent="-125984">
              <a:spcBef>
                <a:spcPts val="600"/>
              </a:spcBef>
              <a:buClr>
                <a:srgbClr val="C00000"/>
              </a:buClr>
              <a:buFont typeface="Arial"/>
              <a:buChar char="•"/>
            </a:pPr>
            <a:r>
              <a:rPr sz="1600" b="1">
                <a:solidFill>
                  <a:srgbClr val="C00000"/>
                </a:solidFill>
                <a:latin typeface="Roboto Black"/>
                <a:ea typeface="Roboto Black"/>
                <a:cs typeface="Roboto Black"/>
              </a:rPr>
              <a:t>7/8</a:t>
            </a:r>
            <a:r>
              <a:rPr sz="1600" b="0">
                <a:solidFill>
                  <a:srgbClr val="222222"/>
                </a:solidFill>
                <a:latin typeface="Roboto Medium"/>
                <a:ea typeface="Roboto Medium"/>
                <a:cs typeface="Roboto Medium"/>
              </a:rPr>
              <a:t> là preprint; chỉ UrbanAgent đã được nhận ở KDD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20040" y="64008"/>
            <a:ext cx="9509760" cy="548640"/>
          </a:xfrm>
          <a:prstGeom prst="rect">
            <a:avLst/>
          </a:prstGeom>
          <a:noFill/>
        </p:spPr>
        <p:txBody>
          <a:bodyPr wrap="square" anchor="ctr" lIns="45720" rIns="45720" tIns="18288" bIns="18288"/>
          <a:lstStyle/>
          <a:p>
            <a:pPr>
              <a:spcBef>
                <a:spcPts val="0"/>
              </a:spcBef>
              <a:buNone/>
            </a:pPr>
            <a:r>
              <a:rPr sz="2200" b="1">
                <a:solidFill>
                  <a:srgbClr val="FFFFFF"/>
                </a:solidFill>
                <a:latin typeface="Roboto Black"/>
                <a:ea typeface="Roboto Black"/>
                <a:cs typeface="Roboto Black"/>
              </a:rPr>
              <a:t>Taxonomy: bốn hướng nghiên cứu</a:t>
            </a:r>
          </a:p>
        </p:txBody>
      </p:sp>
      <p:sp>
        <p:nvSpPr>
          <p:cNvPr id="3" name="Section"/>
          <p:cNvSpPr txBox="1"/>
          <p:nvPr/>
        </p:nvSpPr>
        <p:spPr>
          <a:xfrm>
            <a:off x="9784080" y="64008"/>
            <a:ext cx="2103120" cy="548640"/>
          </a:xfrm>
          <a:prstGeom prst="rect">
            <a:avLst/>
          </a:prstGeom>
          <a:noFill/>
        </p:spPr>
        <p:txBody>
          <a:bodyPr wrap="square" anchor="ctr" lIns="45720" rIns="45720" tIns="18288" bIns="18288"/>
          <a:lstStyle/>
          <a:p>
            <a:pPr algn="r">
              <a:spcBef>
                <a:spcPts val="0"/>
              </a:spcBef>
              <a:buNone/>
            </a:pPr>
            <a:r>
              <a:rPr sz="1100" b="0">
                <a:solidFill>
                  <a:srgbClr val="B8C6D4"/>
                </a:solidFill>
                <a:latin typeface="Roboto Medium"/>
                <a:ea typeface="Roboto Medium"/>
                <a:cs typeface="Roboto Medium"/>
              </a:rPr>
              <a:t>1. Giới thiệu</a:t>
            </a:r>
          </a:p>
        </p:txBody>
      </p:sp>
      <p:sp>
        <p:nvSpPr>
          <p:cNvPr id="4" name="Slide number"/>
          <p:cNvSpPr txBox="1"/>
          <p:nvPr/>
        </p:nvSpPr>
        <p:spPr>
          <a:xfrm>
            <a:off x="11155680" y="6199632"/>
            <a:ext cx="731520" cy="256032"/>
          </a:xfrm>
          <a:prstGeom prst="rect">
            <a:avLst/>
          </a:prstGeom>
          <a:noFill/>
        </p:spPr>
        <p:txBody>
          <a:bodyPr wrap="square" anchor="t" lIns="45720" rIns="45720" tIns="18288" bIns="18288"/>
          <a:lstStyle/>
          <a:p>
            <a:pPr algn="r">
              <a:spcBef>
                <a:spcPts val="0"/>
              </a:spcBef>
              <a:buNone/>
            </a:pPr>
            <a:r>
              <a:rPr sz="1000" b="0">
                <a:solidFill>
                  <a:srgbClr val="666666"/>
                </a:solidFill>
                <a:latin typeface="Roboto Medium"/>
                <a:ea typeface="Roboto Medium"/>
                <a:cs typeface="Roboto Medium"/>
              </a:rPr>
              <a:t>7</a:t>
            </a:r>
          </a:p>
        </p:txBody>
      </p:sp>
      <p:sp>
        <p:nvSpPr>
          <p:cNvPr id="5" name="HUST footer name mask"/>
          <p:cNvSpPr/>
          <p:nvPr/>
        </p:nvSpPr>
        <p:spPr>
          <a:xfrm>
            <a:off x="649224" y="6126480"/>
            <a:ext cx="3273552" cy="5212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HUST footer Vietnamese name"/>
          <p:cNvSpPr txBox="1"/>
          <p:nvPr/>
        </p:nvSpPr>
        <p:spPr>
          <a:xfrm>
            <a:off x="667512" y="6135624"/>
            <a:ext cx="3236976" cy="256032"/>
          </a:xfrm>
          <a:prstGeom prst="rect">
            <a:avLst/>
          </a:prstGeom>
          <a:noFill/>
        </p:spPr>
        <p:txBody>
          <a:bodyPr wrap="square" anchor="t" lIns="0" rIns="0" tIns="0" bIns="0"/>
          <a:lstStyle/>
          <a:p>
            <a:pPr>
              <a:spcBef>
                <a:spcPts val="0"/>
              </a:spcBef>
              <a:buNone/>
            </a:pPr>
            <a:r>
              <a:rPr sz="1688" b="1">
                <a:solidFill>
                  <a:srgbClr val="3F3F3F"/>
                </a:solidFill>
                <a:latin typeface="Roboto Black"/>
                <a:ea typeface="Roboto Black"/>
                <a:cs typeface="Roboto Black"/>
              </a:rPr>
              <a:t>ĐẠI HỌC BÁCH KHOA HÀ NỘI</a:t>
            </a:r>
          </a:p>
        </p:txBody>
      </p:sp>
      <p:sp>
        <p:nvSpPr>
          <p:cNvPr id="7" name="HUST footer English name"/>
          <p:cNvSpPr txBox="1"/>
          <p:nvPr/>
        </p:nvSpPr>
        <p:spPr>
          <a:xfrm>
            <a:off x="667512" y="6391656"/>
            <a:ext cx="3236976" cy="219456"/>
          </a:xfrm>
          <a:prstGeom prst="rect">
            <a:avLst/>
          </a:prstGeom>
          <a:noFill/>
        </p:spPr>
        <p:txBody>
          <a:bodyPr wrap="square" anchor="t" lIns="0" rIns="0" tIns="0" bIns="0"/>
          <a:lstStyle/>
          <a:p>
            <a:pPr>
              <a:spcBef>
                <a:spcPts val="0"/>
              </a:spcBef>
              <a:buNone/>
            </a:pPr>
            <a:r>
              <a:rPr sz="1000" b="0">
                <a:solidFill>
                  <a:srgbClr val="3F3F3F"/>
                </a:solidFill>
                <a:latin typeface="Roboto Medium"/>
                <a:ea typeface="Roboto Medium"/>
                <a:cs typeface="Roboto Medium"/>
              </a:rPr>
              <a:t>HANOI UNIVERSITY OF SCIENCE AND TECHNOLOGY</a:t>
            </a:r>
          </a:p>
        </p:txBody>
      </p:sp>
      <p:sp>
        <p:nvSpPr>
          <p:cNvPr id="8" name="Rectangle 7"/>
          <p:cNvSpPr/>
          <p:nvPr/>
        </p:nvSpPr>
        <p:spPr>
          <a:xfrm>
            <a:off x="411480" y="1005840"/>
            <a:ext cx="2697480" cy="4206240"/>
          </a:xfrm>
          <a:prstGeom prst="rect">
            <a:avLst/>
          </a:prstGeom>
          <a:solidFill>
            <a:srgbClr val="F3F6FB"/>
          </a:solidFill>
          <a:ln w="9525">
            <a:solidFill>
              <a:srgbClr val="CFD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411480" y="1005840"/>
            <a:ext cx="2697480" cy="566928"/>
          </a:xfrm>
          <a:prstGeom prst="rect">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11480" y="1005840"/>
            <a:ext cx="2697480" cy="566928"/>
          </a:xfrm>
          <a:prstGeom prst="rect">
            <a:avLst/>
          </a:prstGeom>
          <a:noFill/>
        </p:spPr>
        <p:txBody>
          <a:bodyPr wrap="square" anchor="ctr" lIns="45720" rIns="45720" tIns="18288" bIns="18288"/>
          <a:lstStyle/>
          <a:p>
            <a:pPr algn="ctr">
              <a:spcBef>
                <a:spcPts val="0"/>
              </a:spcBef>
              <a:buNone/>
            </a:pPr>
            <a:r>
              <a:rPr sz="1400" b="1">
                <a:solidFill>
                  <a:srgbClr val="FFFFFF"/>
                </a:solidFill>
                <a:latin typeface="Roboto Black"/>
                <a:ea typeface="Roboto Black"/>
                <a:cs typeface="Roboto Black"/>
              </a:rPr>
              <a:t>Safety &amp; Robustness</a:t>
            </a:r>
          </a:p>
        </p:txBody>
      </p:sp>
      <p:sp>
        <p:nvSpPr>
          <p:cNvPr id="11" name="TextBox 10"/>
          <p:cNvSpPr txBox="1"/>
          <p:nvPr/>
        </p:nvSpPr>
        <p:spPr>
          <a:xfrm>
            <a:off x="521208" y="1691640"/>
            <a:ext cx="2478024" cy="1463040"/>
          </a:xfrm>
          <a:prstGeom prst="rect">
            <a:avLst/>
          </a:prstGeom>
          <a:noFill/>
        </p:spPr>
        <p:txBody>
          <a:bodyPr wrap="square" anchor="t" lIns="45720" rIns="45720" tIns="18288" bIns="18288"/>
          <a:lstStyle/>
          <a:p>
            <a:pPr>
              <a:spcBef>
                <a:spcPts val="0"/>
              </a:spcBef>
              <a:buNone/>
            </a:pPr>
            <a:r>
              <a:rPr sz="1400" b="1">
                <a:solidFill>
                  <a:srgbClr val="666666"/>
                </a:solidFill>
                <a:latin typeface="Roboto Black"/>
                <a:ea typeface="Roboto Black"/>
                <a:cs typeface="Roboto Black"/>
              </a:rPr>
              <a:t>Câu hỏi chính</a:t>
            </a:r>
          </a:p>
          <a:p>
            <a:pPr>
              <a:spcBef>
                <a:spcPts val="400"/>
              </a:spcBef>
              <a:buNone/>
            </a:pPr>
            <a:r>
              <a:rPr sz="1600" b="0">
                <a:solidFill>
                  <a:srgbClr val="222222"/>
                </a:solidFill>
                <a:latin typeface="Roboto Medium"/>
                <a:ea typeface="Roboto Medium"/>
                <a:cs typeface="Roboto Medium"/>
              </a:rPr>
              <a:t>Hệ thống có chống chịu được tấn công và thông tin sai?</a:t>
            </a:r>
          </a:p>
        </p:txBody>
      </p:sp>
      <p:sp>
        <p:nvSpPr>
          <p:cNvPr id="12" name="Rounded Rectangle 11"/>
          <p:cNvSpPr/>
          <p:nvPr/>
        </p:nvSpPr>
        <p:spPr>
          <a:xfrm>
            <a:off x="548640" y="3383280"/>
            <a:ext cx="2423160" cy="658368"/>
          </a:xfrm>
          <a:prstGeom prst="roundRect">
            <a:avLst>
              <a:gd name="adj" fmla="val 12000"/>
            </a:avLst>
          </a:prstGeom>
          <a:solidFill>
            <a:srgbClr val="FFFFFF"/>
          </a:solidFill>
          <a:ln w="9525">
            <a:solidFill>
              <a:srgbClr val="CFD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48640" y="3383280"/>
            <a:ext cx="2423160" cy="658368"/>
          </a:xfrm>
          <a:prstGeom prst="rect">
            <a:avLst/>
          </a:prstGeom>
          <a:noFill/>
        </p:spPr>
        <p:txBody>
          <a:bodyPr wrap="square" anchor="ctr" lIns="45720" rIns="45720" tIns="18288" bIns="18288"/>
          <a:lstStyle/>
          <a:p>
            <a:pPr algn="ctr">
              <a:spcBef>
                <a:spcPts val="0"/>
              </a:spcBef>
              <a:buNone/>
            </a:pPr>
            <a:r>
              <a:rPr sz="1600" b="1">
                <a:solidFill>
                  <a:srgbClr val="003366"/>
                </a:solidFill>
                <a:latin typeface="Roboto Black"/>
                <a:ea typeface="Roboto Black"/>
                <a:cs typeface="Roboto Black"/>
              </a:rPr>
              <a:t>#1 MIRAGE</a:t>
            </a:r>
          </a:p>
        </p:txBody>
      </p:sp>
      <p:sp>
        <p:nvSpPr>
          <p:cNvPr id="14" name="Rounded Rectangle 13"/>
          <p:cNvSpPr/>
          <p:nvPr/>
        </p:nvSpPr>
        <p:spPr>
          <a:xfrm>
            <a:off x="548640" y="4206240"/>
            <a:ext cx="2423160" cy="658368"/>
          </a:xfrm>
          <a:prstGeom prst="roundRect">
            <a:avLst>
              <a:gd name="adj" fmla="val 12000"/>
            </a:avLst>
          </a:prstGeom>
          <a:solidFill>
            <a:srgbClr val="FFFFFF"/>
          </a:solidFill>
          <a:ln w="9525">
            <a:solidFill>
              <a:srgbClr val="CFD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48640" y="4206240"/>
            <a:ext cx="2423160" cy="658368"/>
          </a:xfrm>
          <a:prstGeom prst="rect">
            <a:avLst/>
          </a:prstGeom>
          <a:noFill/>
        </p:spPr>
        <p:txBody>
          <a:bodyPr wrap="square" anchor="ctr" lIns="45720" rIns="45720" tIns="18288" bIns="18288"/>
          <a:lstStyle/>
          <a:p>
            <a:pPr algn="ctr">
              <a:spcBef>
                <a:spcPts val="0"/>
              </a:spcBef>
              <a:buNone/>
            </a:pPr>
            <a:r>
              <a:rPr sz="1600" b="1">
                <a:solidFill>
                  <a:srgbClr val="003366"/>
                </a:solidFill>
                <a:latin typeface="Roboto Black"/>
                <a:ea typeface="Roboto Black"/>
                <a:cs typeface="Roboto Black"/>
              </a:rPr>
              <a:t>#4 TIDE</a:t>
            </a:r>
          </a:p>
        </p:txBody>
      </p:sp>
      <p:sp>
        <p:nvSpPr>
          <p:cNvPr id="16" name="Rectangle 15"/>
          <p:cNvSpPr/>
          <p:nvPr/>
        </p:nvSpPr>
        <p:spPr>
          <a:xfrm>
            <a:off x="3291840" y="1005840"/>
            <a:ext cx="2697480" cy="4206240"/>
          </a:xfrm>
          <a:prstGeom prst="rect">
            <a:avLst/>
          </a:prstGeom>
          <a:solidFill>
            <a:srgbClr val="F3F6FB"/>
          </a:solidFill>
          <a:ln w="9525">
            <a:solidFill>
              <a:srgbClr val="CFD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3291840" y="1005840"/>
            <a:ext cx="2697480" cy="566928"/>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291840" y="1005840"/>
            <a:ext cx="2697480" cy="566928"/>
          </a:xfrm>
          <a:prstGeom prst="rect">
            <a:avLst/>
          </a:prstGeom>
          <a:noFill/>
        </p:spPr>
        <p:txBody>
          <a:bodyPr wrap="square" anchor="ctr" lIns="45720" rIns="45720" tIns="18288" bIns="18288"/>
          <a:lstStyle/>
          <a:p>
            <a:pPr algn="ctr">
              <a:spcBef>
                <a:spcPts val="0"/>
              </a:spcBef>
              <a:buNone/>
            </a:pPr>
            <a:r>
              <a:rPr sz="1400" b="1">
                <a:solidFill>
                  <a:srgbClr val="FFFFFF"/>
                </a:solidFill>
                <a:latin typeface="Roboto Black"/>
                <a:ea typeface="Roboto Black"/>
                <a:cs typeface="Roboto Black"/>
              </a:rPr>
              <a:t>Orchestration &amp; Control</a:t>
            </a:r>
          </a:p>
        </p:txBody>
      </p:sp>
      <p:sp>
        <p:nvSpPr>
          <p:cNvPr id="19" name="TextBox 18"/>
          <p:cNvSpPr txBox="1"/>
          <p:nvPr/>
        </p:nvSpPr>
        <p:spPr>
          <a:xfrm>
            <a:off x="3401568" y="1691640"/>
            <a:ext cx="2478024" cy="1463040"/>
          </a:xfrm>
          <a:prstGeom prst="rect">
            <a:avLst/>
          </a:prstGeom>
          <a:noFill/>
        </p:spPr>
        <p:txBody>
          <a:bodyPr wrap="square" anchor="t" lIns="45720" rIns="45720" tIns="18288" bIns="18288"/>
          <a:lstStyle/>
          <a:p>
            <a:pPr>
              <a:spcBef>
                <a:spcPts val="0"/>
              </a:spcBef>
              <a:buNone/>
            </a:pPr>
            <a:r>
              <a:rPr sz="1400" b="1">
                <a:solidFill>
                  <a:srgbClr val="666666"/>
                </a:solidFill>
                <a:latin typeface="Roboto Black"/>
                <a:ea typeface="Roboto Black"/>
                <a:cs typeface="Roboto Black"/>
              </a:rPr>
              <a:t>Câu hỏi chính</a:t>
            </a:r>
          </a:p>
          <a:p>
            <a:pPr>
              <a:spcBef>
                <a:spcPts val="400"/>
              </a:spcBef>
              <a:buNone/>
            </a:pPr>
            <a:r>
              <a:rPr sz="1600" b="0">
                <a:solidFill>
                  <a:srgbClr val="222222"/>
                </a:solidFill>
                <a:latin typeface="Roboto Medium"/>
                <a:ea typeface="Roboto Medium"/>
                <a:cs typeface="Roboto Medium"/>
              </a:rPr>
              <a:t>Ai chạy, chạy bằng model nào, agent nào rủi ro?</a:t>
            </a:r>
          </a:p>
        </p:txBody>
      </p:sp>
      <p:sp>
        <p:nvSpPr>
          <p:cNvPr id="20" name="Rounded Rectangle 19"/>
          <p:cNvSpPr/>
          <p:nvPr/>
        </p:nvSpPr>
        <p:spPr>
          <a:xfrm>
            <a:off x="3429000" y="3383280"/>
            <a:ext cx="2423160" cy="658368"/>
          </a:xfrm>
          <a:prstGeom prst="roundRect">
            <a:avLst>
              <a:gd name="adj" fmla="val 12000"/>
            </a:avLst>
          </a:prstGeom>
          <a:solidFill>
            <a:srgbClr val="FFFFFF"/>
          </a:solidFill>
          <a:ln w="9525">
            <a:solidFill>
              <a:srgbClr val="CFD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429000" y="3383280"/>
            <a:ext cx="2423160" cy="658368"/>
          </a:xfrm>
          <a:prstGeom prst="rect">
            <a:avLst/>
          </a:prstGeom>
          <a:noFill/>
        </p:spPr>
        <p:txBody>
          <a:bodyPr wrap="square" anchor="ctr" lIns="45720" rIns="45720" tIns="18288" bIns="18288"/>
          <a:lstStyle/>
          <a:p>
            <a:pPr algn="ctr">
              <a:spcBef>
                <a:spcPts val="0"/>
              </a:spcBef>
              <a:buNone/>
            </a:pPr>
            <a:r>
              <a:rPr sz="1600" b="1">
                <a:solidFill>
                  <a:srgbClr val="003366"/>
                </a:solidFill>
                <a:latin typeface="Roboto Black"/>
                <a:ea typeface="Roboto Black"/>
                <a:cs typeface="Roboto Black"/>
              </a:rPr>
              <a:t>#3 ProgRouter</a:t>
            </a:r>
          </a:p>
        </p:txBody>
      </p:sp>
      <p:sp>
        <p:nvSpPr>
          <p:cNvPr id="22" name="Rounded Rectangle 21"/>
          <p:cNvSpPr/>
          <p:nvPr/>
        </p:nvSpPr>
        <p:spPr>
          <a:xfrm>
            <a:off x="3429000" y="4206240"/>
            <a:ext cx="2423160" cy="658368"/>
          </a:xfrm>
          <a:prstGeom prst="roundRect">
            <a:avLst>
              <a:gd name="adj" fmla="val 12000"/>
            </a:avLst>
          </a:prstGeom>
          <a:solidFill>
            <a:srgbClr val="FFFFFF"/>
          </a:solidFill>
          <a:ln w="9525">
            <a:solidFill>
              <a:srgbClr val="CFD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3429000" y="4206240"/>
            <a:ext cx="2423160" cy="658368"/>
          </a:xfrm>
          <a:prstGeom prst="rect">
            <a:avLst/>
          </a:prstGeom>
          <a:noFill/>
        </p:spPr>
        <p:txBody>
          <a:bodyPr wrap="square" anchor="ctr" lIns="45720" rIns="45720" tIns="18288" bIns="18288"/>
          <a:lstStyle/>
          <a:p>
            <a:pPr algn="ctr">
              <a:spcBef>
                <a:spcPts val="0"/>
              </a:spcBef>
              <a:buNone/>
            </a:pPr>
            <a:r>
              <a:rPr sz="1600" b="1">
                <a:solidFill>
                  <a:srgbClr val="003366"/>
                </a:solidFill>
                <a:latin typeface="Roboto Black"/>
                <a:ea typeface="Roboto Black"/>
                <a:cs typeface="Roboto Black"/>
              </a:rPr>
              <a:t>#5 HalluProp</a:t>
            </a:r>
          </a:p>
        </p:txBody>
      </p:sp>
      <p:sp>
        <p:nvSpPr>
          <p:cNvPr id="24" name="Rectangle 23"/>
          <p:cNvSpPr/>
          <p:nvPr/>
        </p:nvSpPr>
        <p:spPr>
          <a:xfrm>
            <a:off x="6172200" y="1005840"/>
            <a:ext cx="2697480" cy="4206240"/>
          </a:xfrm>
          <a:prstGeom prst="rect">
            <a:avLst/>
          </a:prstGeom>
          <a:solidFill>
            <a:srgbClr val="F3F6FB"/>
          </a:solidFill>
          <a:ln w="9525">
            <a:solidFill>
              <a:srgbClr val="CFD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172200" y="1005840"/>
            <a:ext cx="2697480" cy="566928"/>
          </a:xfrm>
          <a:prstGeom prst="rect">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172200" y="1005840"/>
            <a:ext cx="2697480" cy="566928"/>
          </a:xfrm>
          <a:prstGeom prst="rect">
            <a:avLst/>
          </a:prstGeom>
          <a:noFill/>
        </p:spPr>
        <p:txBody>
          <a:bodyPr wrap="square" anchor="ctr" lIns="45720" rIns="45720" tIns="18288" bIns="18288"/>
          <a:lstStyle/>
          <a:p>
            <a:pPr algn="ctr">
              <a:spcBef>
                <a:spcPts val="0"/>
              </a:spcBef>
              <a:buNone/>
            </a:pPr>
            <a:r>
              <a:rPr sz="1400" b="1">
                <a:solidFill>
                  <a:srgbClr val="FFFFFF"/>
                </a:solidFill>
                <a:latin typeface="Roboto Black"/>
                <a:ea typeface="Roboto Black"/>
                <a:cs typeface="Roboto Black"/>
              </a:rPr>
              <a:t>Communication &amp; Interaction</a:t>
            </a:r>
          </a:p>
        </p:txBody>
      </p:sp>
      <p:sp>
        <p:nvSpPr>
          <p:cNvPr id="27" name="TextBox 26"/>
          <p:cNvSpPr txBox="1"/>
          <p:nvPr/>
        </p:nvSpPr>
        <p:spPr>
          <a:xfrm>
            <a:off x="6281928" y="1691640"/>
            <a:ext cx="2478024" cy="1463040"/>
          </a:xfrm>
          <a:prstGeom prst="rect">
            <a:avLst/>
          </a:prstGeom>
          <a:noFill/>
        </p:spPr>
        <p:txBody>
          <a:bodyPr wrap="square" anchor="t" lIns="45720" rIns="45720" tIns="18288" bIns="18288"/>
          <a:lstStyle/>
          <a:p>
            <a:pPr>
              <a:spcBef>
                <a:spcPts val="0"/>
              </a:spcBef>
              <a:buNone/>
            </a:pPr>
            <a:r>
              <a:rPr sz="1400" b="1">
                <a:solidFill>
                  <a:srgbClr val="666666"/>
                </a:solidFill>
                <a:latin typeface="Roboto Black"/>
                <a:ea typeface="Roboto Black"/>
                <a:cs typeface="Roboto Black"/>
              </a:rPr>
              <a:t>Câu hỏi chính</a:t>
            </a:r>
          </a:p>
          <a:p>
            <a:pPr>
              <a:spcBef>
                <a:spcPts val="400"/>
              </a:spcBef>
              <a:buNone/>
            </a:pPr>
            <a:r>
              <a:rPr sz="1600" b="0">
                <a:solidFill>
                  <a:srgbClr val="222222"/>
                </a:solidFill>
                <a:latin typeface="Roboto Medium"/>
                <a:ea typeface="Roboto Medium"/>
                <a:cs typeface="Roboto Medium"/>
              </a:rPr>
              <a:t>Agent trao đổi gì, với ai, mức độ nào?</a:t>
            </a:r>
          </a:p>
        </p:txBody>
      </p:sp>
      <p:sp>
        <p:nvSpPr>
          <p:cNvPr id="28" name="Rounded Rectangle 27"/>
          <p:cNvSpPr/>
          <p:nvPr/>
        </p:nvSpPr>
        <p:spPr>
          <a:xfrm>
            <a:off x="6309360" y="3383280"/>
            <a:ext cx="2423160" cy="658368"/>
          </a:xfrm>
          <a:prstGeom prst="roundRect">
            <a:avLst>
              <a:gd name="adj" fmla="val 12000"/>
            </a:avLst>
          </a:prstGeom>
          <a:solidFill>
            <a:srgbClr val="FFFFFF"/>
          </a:solidFill>
          <a:ln w="9525">
            <a:solidFill>
              <a:srgbClr val="CFD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09360" y="3383280"/>
            <a:ext cx="2423160" cy="658368"/>
          </a:xfrm>
          <a:prstGeom prst="rect">
            <a:avLst/>
          </a:prstGeom>
          <a:noFill/>
        </p:spPr>
        <p:txBody>
          <a:bodyPr wrap="square" anchor="ctr" lIns="45720" rIns="45720" tIns="18288" bIns="18288"/>
          <a:lstStyle/>
          <a:p>
            <a:pPr algn="ctr">
              <a:spcBef>
                <a:spcPts val="0"/>
              </a:spcBef>
              <a:buNone/>
            </a:pPr>
            <a:r>
              <a:rPr sz="1600" b="1">
                <a:solidFill>
                  <a:srgbClr val="003366"/>
                </a:solidFill>
                <a:latin typeface="Roboto Black"/>
                <a:ea typeface="Roboto Black"/>
                <a:cs typeface="Roboto Black"/>
              </a:rPr>
              <a:t>#7 DAIN</a:t>
            </a:r>
          </a:p>
        </p:txBody>
      </p:sp>
      <p:sp>
        <p:nvSpPr>
          <p:cNvPr id="30" name="Rounded Rectangle 29"/>
          <p:cNvSpPr/>
          <p:nvPr/>
        </p:nvSpPr>
        <p:spPr>
          <a:xfrm>
            <a:off x="6309360" y="4206240"/>
            <a:ext cx="2423160" cy="658368"/>
          </a:xfrm>
          <a:prstGeom prst="roundRect">
            <a:avLst>
              <a:gd name="adj" fmla="val 12000"/>
            </a:avLst>
          </a:prstGeom>
          <a:solidFill>
            <a:srgbClr val="FFFFFF"/>
          </a:solidFill>
          <a:ln w="9525">
            <a:solidFill>
              <a:srgbClr val="CFD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09360" y="4206240"/>
            <a:ext cx="2423160" cy="658368"/>
          </a:xfrm>
          <a:prstGeom prst="rect">
            <a:avLst/>
          </a:prstGeom>
          <a:noFill/>
        </p:spPr>
        <p:txBody>
          <a:bodyPr wrap="square" anchor="ctr" lIns="45720" rIns="45720" tIns="18288" bIns="18288"/>
          <a:lstStyle/>
          <a:p>
            <a:pPr algn="ctr">
              <a:spcBef>
                <a:spcPts val="0"/>
              </a:spcBef>
              <a:buNone/>
            </a:pPr>
            <a:r>
              <a:rPr sz="1600" b="1">
                <a:solidFill>
                  <a:srgbClr val="003366"/>
                </a:solidFill>
                <a:latin typeface="Roboto Black"/>
                <a:ea typeface="Roboto Black"/>
                <a:cs typeface="Roboto Black"/>
              </a:rPr>
              <a:t>#8 AGENT-RADAR</a:t>
            </a:r>
          </a:p>
        </p:txBody>
      </p:sp>
      <p:sp>
        <p:nvSpPr>
          <p:cNvPr id="32" name="Rectangle 31"/>
          <p:cNvSpPr/>
          <p:nvPr/>
        </p:nvSpPr>
        <p:spPr>
          <a:xfrm>
            <a:off x="9052559" y="1005840"/>
            <a:ext cx="2697480" cy="4206240"/>
          </a:xfrm>
          <a:prstGeom prst="rect">
            <a:avLst/>
          </a:prstGeom>
          <a:solidFill>
            <a:srgbClr val="F3F6FB"/>
          </a:solidFill>
          <a:ln w="9525">
            <a:solidFill>
              <a:srgbClr val="CFD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9052559" y="1005840"/>
            <a:ext cx="2697480" cy="566928"/>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052559" y="1005840"/>
            <a:ext cx="2697480" cy="566928"/>
          </a:xfrm>
          <a:prstGeom prst="rect">
            <a:avLst/>
          </a:prstGeom>
          <a:noFill/>
        </p:spPr>
        <p:txBody>
          <a:bodyPr wrap="square" anchor="ctr" lIns="45720" rIns="45720" tIns="18288" bIns="18288"/>
          <a:lstStyle/>
          <a:p>
            <a:pPr algn="ctr">
              <a:spcBef>
                <a:spcPts val="0"/>
              </a:spcBef>
              <a:buNone/>
            </a:pPr>
            <a:r>
              <a:rPr sz="1400" b="1">
                <a:solidFill>
                  <a:srgbClr val="FFFFFF"/>
                </a:solidFill>
                <a:latin typeface="Roboto Black"/>
                <a:ea typeface="Roboto Black"/>
                <a:cs typeface="Roboto Black"/>
              </a:rPr>
              <a:t>Domain Applications</a:t>
            </a:r>
          </a:p>
        </p:txBody>
      </p:sp>
      <p:sp>
        <p:nvSpPr>
          <p:cNvPr id="35" name="TextBox 34"/>
          <p:cNvSpPr txBox="1"/>
          <p:nvPr/>
        </p:nvSpPr>
        <p:spPr>
          <a:xfrm>
            <a:off x="9162287" y="1691640"/>
            <a:ext cx="2478024" cy="1463040"/>
          </a:xfrm>
          <a:prstGeom prst="rect">
            <a:avLst/>
          </a:prstGeom>
          <a:noFill/>
        </p:spPr>
        <p:txBody>
          <a:bodyPr wrap="square" anchor="t" lIns="45720" rIns="45720" tIns="18288" bIns="18288"/>
          <a:lstStyle/>
          <a:p>
            <a:pPr>
              <a:spcBef>
                <a:spcPts val="0"/>
              </a:spcBef>
              <a:buNone/>
            </a:pPr>
            <a:r>
              <a:rPr sz="1400" b="1">
                <a:solidFill>
                  <a:srgbClr val="666666"/>
                </a:solidFill>
                <a:latin typeface="Roboto Black"/>
                <a:ea typeface="Roboto Black"/>
                <a:cs typeface="Roboto Black"/>
              </a:rPr>
              <a:t>Câu hỏi chính</a:t>
            </a:r>
          </a:p>
          <a:p>
            <a:pPr>
              <a:spcBef>
                <a:spcPts val="400"/>
              </a:spcBef>
              <a:buNone/>
            </a:pPr>
            <a:r>
              <a:rPr sz="1600" b="0">
                <a:solidFill>
                  <a:srgbClr val="222222"/>
                </a:solidFill>
                <a:latin typeface="Roboto Medium"/>
                <a:ea typeface="Roboto Medium"/>
                <a:cs typeface="Roboto Medium"/>
              </a:rPr>
              <a:t>Áp dụng cộng tác vào bài toán chuyên ngành.</a:t>
            </a:r>
          </a:p>
        </p:txBody>
      </p:sp>
      <p:sp>
        <p:nvSpPr>
          <p:cNvPr id="36" name="Rounded Rectangle 35"/>
          <p:cNvSpPr/>
          <p:nvPr/>
        </p:nvSpPr>
        <p:spPr>
          <a:xfrm>
            <a:off x="9189719" y="3383280"/>
            <a:ext cx="2423160" cy="658368"/>
          </a:xfrm>
          <a:prstGeom prst="roundRect">
            <a:avLst>
              <a:gd name="adj" fmla="val 12000"/>
            </a:avLst>
          </a:prstGeom>
          <a:solidFill>
            <a:srgbClr val="FFFFFF"/>
          </a:solidFill>
          <a:ln w="9525">
            <a:solidFill>
              <a:srgbClr val="CFD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9189719" y="3383280"/>
            <a:ext cx="2423160" cy="658368"/>
          </a:xfrm>
          <a:prstGeom prst="rect">
            <a:avLst/>
          </a:prstGeom>
          <a:noFill/>
        </p:spPr>
        <p:txBody>
          <a:bodyPr wrap="square" anchor="ctr" lIns="45720" rIns="45720" tIns="18288" bIns="18288"/>
          <a:lstStyle/>
          <a:p>
            <a:pPr algn="ctr">
              <a:spcBef>
                <a:spcPts val="0"/>
              </a:spcBef>
              <a:buNone/>
            </a:pPr>
            <a:r>
              <a:rPr sz="1600" b="1">
                <a:solidFill>
                  <a:srgbClr val="003366"/>
                </a:solidFill>
                <a:latin typeface="Roboto Black"/>
                <a:ea typeface="Roboto Black"/>
                <a:cs typeface="Roboto Black"/>
              </a:rPr>
              <a:t>#2 MAC-RRG</a:t>
            </a:r>
          </a:p>
        </p:txBody>
      </p:sp>
      <p:sp>
        <p:nvSpPr>
          <p:cNvPr id="38" name="Rounded Rectangle 37"/>
          <p:cNvSpPr/>
          <p:nvPr/>
        </p:nvSpPr>
        <p:spPr>
          <a:xfrm>
            <a:off x="9189719" y="4206240"/>
            <a:ext cx="2423160" cy="658368"/>
          </a:xfrm>
          <a:prstGeom prst="roundRect">
            <a:avLst>
              <a:gd name="adj" fmla="val 12000"/>
            </a:avLst>
          </a:prstGeom>
          <a:solidFill>
            <a:srgbClr val="FFFFFF"/>
          </a:solidFill>
          <a:ln w="9525">
            <a:solidFill>
              <a:srgbClr val="CFD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9189719" y="4206240"/>
            <a:ext cx="2423160" cy="658368"/>
          </a:xfrm>
          <a:prstGeom prst="rect">
            <a:avLst/>
          </a:prstGeom>
          <a:noFill/>
        </p:spPr>
        <p:txBody>
          <a:bodyPr wrap="square" anchor="ctr" lIns="45720" rIns="45720" tIns="18288" bIns="18288"/>
          <a:lstStyle/>
          <a:p>
            <a:pPr algn="ctr">
              <a:spcBef>
                <a:spcPts val="0"/>
              </a:spcBef>
              <a:buNone/>
            </a:pPr>
            <a:r>
              <a:rPr sz="1600" b="1">
                <a:solidFill>
                  <a:srgbClr val="003366"/>
                </a:solidFill>
                <a:latin typeface="Roboto Black"/>
                <a:ea typeface="Roboto Black"/>
                <a:cs typeface="Roboto Black"/>
              </a:rPr>
              <a:t>#6 UrbanAgent</a:t>
            </a:r>
          </a:p>
        </p:txBody>
      </p:sp>
      <p:sp>
        <p:nvSpPr>
          <p:cNvPr id="40" name="TextBox 39"/>
          <p:cNvSpPr txBox="1"/>
          <p:nvPr/>
        </p:nvSpPr>
        <p:spPr>
          <a:xfrm>
            <a:off x="411480" y="5394960"/>
            <a:ext cx="11365992" cy="502920"/>
          </a:xfrm>
          <a:prstGeom prst="rect">
            <a:avLst/>
          </a:prstGeom>
          <a:noFill/>
        </p:spPr>
        <p:txBody>
          <a:bodyPr wrap="square" anchor="t" lIns="45720" rIns="45720" tIns="18288" bIns="18288"/>
          <a:lstStyle/>
          <a:p>
            <a:pPr>
              <a:spcBef>
                <a:spcPts val="0"/>
              </a:spcBef>
              <a:buNone/>
            </a:pPr>
            <a:r>
              <a:rPr sz="1500" b="0">
                <a:solidFill>
                  <a:srgbClr val="666666"/>
                </a:solidFill>
                <a:latin typeface="Roboto Medium"/>
                <a:ea typeface="Roboto Medium"/>
                <a:cs typeface="Roboto Medium"/>
              </a:rPr>
              <a:t>Phân loại theo </a:t>
            </a:r>
            <a:r>
              <a:rPr sz="1500" b="1">
                <a:solidFill>
                  <a:srgbClr val="003366"/>
                </a:solidFill>
                <a:latin typeface="Roboto Black"/>
                <a:ea typeface="Roboto Black"/>
                <a:cs typeface="Roboto Black"/>
              </a:rPr>
              <a:t>mục tiêu chính</a:t>
            </a:r>
            <a:r>
              <a:rPr sz="1500" b="0">
                <a:solidFill>
                  <a:srgbClr val="666666"/>
                </a:solidFill>
                <a:latin typeface="Roboto Medium"/>
                <a:ea typeface="Roboto Medium"/>
                <a:cs typeface="Roboto Medium"/>
              </a:rPr>
              <a:t>; nhiều bài thuộc nhiều nhóm (VD: HalluProp vừa là orchestration vừa là safety).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20040" y="64008"/>
            <a:ext cx="9509760" cy="548640"/>
          </a:xfrm>
          <a:prstGeom prst="rect">
            <a:avLst/>
          </a:prstGeom>
          <a:noFill/>
        </p:spPr>
        <p:txBody>
          <a:bodyPr wrap="square" anchor="ctr" lIns="45720" rIns="45720" tIns="18288" bIns="18288"/>
          <a:lstStyle/>
          <a:p>
            <a:pPr>
              <a:spcBef>
                <a:spcPts val="0"/>
              </a:spcBef>
              <a:buNone/>
            </a:pPr>
            <a:r>
              <a:rPr sz="2200" b="1">
                <a:solidFill>
                  <a:srgbClr val="FFFFFF"/>
                </a:solidFill>
                <a:latin typeface="Roboto Black"/>
                <a:ea typeface="Roboto Black"/>
                <a:cs typeface="Roboto Black"/>
              </a:rPr>
              <a:t>Mỗi phương pháp can thiệp ở đâu trong lifecycle của MAS</a:t>
            </a:r>
          </a:p>
        </p:txBody>
      </p:sp>
      <p:sp>
        <p:nvSpPr>
          <p:cNvPr id="3" name="Section"/>
          <p:cNvSpPr txBox="1"/>
          <p:nvPr/>
        </p:nvSpPr>
        <p:spPr>
          <a:xfrm>
            <a:off x="9784080" y="64008"/>
            <a:ext cx="2103120" cy="548640"/>
          </a:xfrm>
          <a:prstGeom prst="rect">
            <a:avLst/>
          </a:prstGeom>
          <a:noFill/>
        </p:spPr>
        <p:txBody>
          <a:bodyPr wrap="square" anchor="ctr" lIns="45720" rIns="45720" tIns="18288" bIns="18288"/>
          <a:lstStyle/>
          <a:p>
            <a:pPr algn="r">
              <a:spcBef>
                <a:spcPts val="0"/>
              </a:spcBef>
              <a:buNone/>
            </a:pPr>
            <a:r>
              <a:rPr sz="1100" b="0">
                <a:solidFill>
                  <a:srgbClr val="B8C6D4"/>
                </a:solidFill>
                <a:latin typeface="Roboto Medium"/>
                <a:ea typeface="Roboto Medium"/>
                <a:cs typeface="Roboto Medium"/>
              </a:rPr>
              <a:t>1. Giới thiệu</a:t>
            </a:r>
          </a:p>
        </p:txBody>
      </p:sp>
      <p:sp>
        <p:nvSpPr>
          <p:cNvPr id="4" name="Slide number"/>
          <p:cNvSpPr txBox="1"/>
          <p:nvPr/>
        </p:nvSpPr>
        <p:spPr>
          <a:xfrm>
            <a:off x="11155680" y="6199632"/>
            <a:ext cx="731520" cy="256032"/>
          </a:xfrm>
          <a:prstGeom prst="rect">
            <a:avLst/>
          </a:prstGeom>
          <a:noFill/>
        </p:spPr>
        <p:txBody>
          <a:bodyPr wrap="square" anchor="t" lIns="45720" rIns="45720" tIns="18288" bIns="18288"/>
          <a:lstStyle/>
          <a:p>
            <a:pPr algn="r">
              <a:spcBef>
                <a:spcPts val="0"/>
              </a:spcBef>
              <a:buNone/>
            </a:pPr>
            <a:r>
              <a:rPr sz="1000" b="0">
                <a:solidFill>
                  <a:srgbClr val="666666"/>
                </a:solidFill>
                <a:latin typeface="Roboto Medium"/>
                <a:ea typeface="Roboto Medium"/>
                <a:cs typeface="Roboto Medium"/>
              </a:rPr>
              <a:t>8</a:t>
            </a:r>
          </a:p>
        </p:txBody>
      </p:sp>
      <p:sp>
        <p:nvSpPr>
          <p:cNvPr id="5" name="HUST footer name mask"/>
          <p:cNvSpPr/>
          <p:nvPr/>
        </p:nvSpPr>
        <p:spPr>
          <a:xfrm>
            <a:off x="649224" y="6126480"/>
            <a:ext cx="3273552" cy="5212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HUST footer Vietnamese name"/>
          <p:cNvSpPr txBox="1"/>
          <p:nvPr/>
        </p:nvSpPr>
        <p:spPr>
          <a:xfrm>
            <a:off x="667512" y="6135624"/>
            <a:ext cx="3236976" cy="256032"/>
          </a:xfrm>
          <a:prstGeom prst="rect">
            <a:avLst/>
          </a:prstGeom>
          <a:noFill/>
        </p:spPr>
        <p:txBody>
          <a:bodyPr wrap="square" anchor="t" lIns="0" rIns="0" tIns="0" bIns="0"/>
          <a:lstStyle/>
          <a:p>
            <a:pPr>
              <a:spcBef>
                <a:spcPts val="0"/>
              </a:spcBef>
              <a:buNone/>
            </a:pPr>
            <a:r>
              <a:rPr sz="1688" b="1">
                <a:solidFill>
                  <a:srgbClr val="3F3F3F"/>
                </a:solidFill>
                <a:latin typeface="Roboto Black"/>
                <a:ea typeface="Roboto Black"/>
                <a:cs typeface="Roboto Black"/>
              </a:rPr>
              <a:t>ĐẠI HỌC BÁCH KHOA HÀ NỘI</a:t>
            </a:r>
          </a:p>
        </p:txBody>
      </p:sp>
      <p:sp>
        <p:nvSpPr>
          <p:cNvPr id="7" name="HUST footer English name"/>
          <p:cNvSpPr txBox="1"/>
          <p:nvPr/>
        </p:nvSpPr>
        <p:spPr>
          <a:xfrm>
            <a:off x="667512" y="6391656"/>
            <a:ext cx="3236976" cy="219456"/>
          </a:xfrm>
          <a:prstGeom prst="rect">
            <a:avLst/>
          </a:prstGeom>
          <a:noFill/>
        </p:spPr>
        <p:txBody>
          <a:bodyPr wrap="square" anchor="t" lIns="0" rIns="0" tIns="0" bIns="0"/>
          <a:lstStyle/>
          <a:p>
            <a:pPr>
              <a:spcBef>
                <a:spcPts val="0"/>
              </a:spcBef>
              <a:buNone/>
            </a:pPr>
            <a:r>
              <a:rPr sz="1000" b="0">
                <a:solidFill>
                  <a:srgbClr val="3F3F3F"/>
                </a:solidFill>
                <a:latin typeface="Roboto Medium"/>
                <a:ea typeface="Roboto Medium"/>
                <a:cs typeface="Roboto Medium"/>
              </a:rPr>
              <a:t>HANOI UNIVERSITY OF SCIENCE AND TECHNOLOGY</a:t>
            </a:r>
          </a:p>
        </p:txBody>
      </p:sp>
      <p:sp>
        <p:nvSpPr>
          <p:cNvPr id="8" name="Rounded Rectangle 7"/>
          <p:cNvSpPr/>
          <p:nvPr/>
        </p:nvSpPr>
        <p:spPr>
          <a:xfrm>
            <a:off x="411480" y="1188720"/>
            <a:ext cx="1965960" cy="1051560"/>
          </a:xfrm>
          <a:prstGeom prst="roundRect">
            <a:avLst>
              <a:gd name="adj" fmla="val 12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11480" y="1188720"/>
            <a:ext cx="1965960" cy="1051560"/>
          </a:xfrm>
          <a:prstGeom prst="rect">
            <a:avLst/>
          </a:prstGeom>
          <a:noFill/>
        </p:spPr>
        <p:txBody>
          <a:bodyPr wrap="square" anchor="ctr" lIns="45720" rIns="45720" tIns="18288" bIns="18288"/>
          <a:lstStyle/>
          <a:p>
            <a:pPr algn="ctr">
              <a:spcBef>
                <a:spcPts val="0"/>
              </a:spcBef>
              <a:buNone/>
            </a:pPr>
            <a:r>
              <a:rPr sz="1600" b="1">
                <a:solidFill>
                  <a:srgbClr val="FFFFFF"/>
                </a:solidFill>
                <a:latin typeface="Roboto Black"/>
                <a:ea typeface="Roboto Black"/>
                <a:cs typeface="Roboto Black"/>
              </a:rPr>
              <a:t>Thiết kế role</a:t>
            </a:r>
          </a:p>
          <a:p>
            <a:pPr algn="ctr">
              <a:spcBef>
                <a:spcPts val="0"/>
              </a:spcBef>
              <a:buNone/>
            </a:pPr>
            <a:r>
              <a:rPr sz="1600" b="1">
                <a:solidFill>
                  <a:srgbClr val="FFFFFF"/>
                </a:solidFill>
                <a:latin typeface="Roboto Black"/>
                <a:ea typeface="Roboto Black"/>
                <a:cs typeface="Roboto Black"/>
              </a:rPr>
              <a:t>&amp; graph</a:t>
            </a:r>
          </a:p>
        </p:txBody>
      </p:sp>
      <p:sp>
        <p:nvSpPr>
          <p:cNvPr id="10" name="Right Arrow 9"/>
          <p:cNvSpPr/>
          <p:nvPr/>
        </p:nvSpPr>
        <p:spPr>
          <a:xfrm>
            <a:off x="2404872" y="1554480"/>
            <a:ext cx="310896" cy="329184"/>
          </a:xfrm>
          <a:prstGeom prst="right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11480" y="2514600"/>
            <a:ext cx="1965960" cy="566928"/>
          </a:xfrm>
          <a:prstGeom prst="roundRect">
            <a:avLst>
              <a:gd name="adj" fmla="val 12000"/>
            </a:avLst>
          </a:prstGeom>
          <a:solidFill>
            <a:srgbClr val="F3F6FB"/>
          </a:solidFill>
          <a:ln w="9525">
            <a:solidFill>
              <a:srgbClr val="00336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11480" y="2514600"/>
            <a:ext cx="1965960" cy="566928"/>
          </a:xfrm>
          <a:prstGeom prst="rect">
            <a:avLst/>
          </a:prstGeom>
          <a:noFill/>
        </p:spPr>
        <p:txBody>
          <a:bodyPr wrap="square" anchor="ctr" lIns="45720" rIns="45720" tIns="18288" bIns="18288"/>
          <a:lstStyle/>
          <a:p>
            <a:pPr algn="ctr">
              <a:spcBef>
                <a:spcPts val="0"/>
              </a:spcBef>
              <a:buNone/>
            </a:pPr>
            <a:r>
              <a:rPr sz="1400" b="1">
                <a:solidFill>
                  <a:srgbClr val="003366"/>
                </a:solidFill>
                <a:latin typeface="Roboto Black"/>
                <a:ea typeface="Roboto Black"/>
                <a:cs typeface="Roboto Black"/>
              </a:rPr>
              <a:t>#5 HalluProp (pre-hoc)</a:t>
            </a:r>
          </a:p>
        </p:txBody>
      </p:sp>
      <p:sp>
        <p:nvSpPr>
          <p:cNvPr id="13" name="Rounded Rectangle 12"/>
          <p:cNvSpPr/>
          <p:nvPr/>
        </p:nvSpPr>
        <p:spPr>
          <a:xfrm>
            <a:off x="2743200" y="1188720"/>
            <a:ext cx="1965960" cy="1051560"/>
          </a:xfrm>
          <a:prstGeom prst="roundRect">
            <a:avLst>
              <a:gd name="adj" fmla="val 12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2743200" y="1188720"/>
            <a:ext cx="1965960" cy="1051560"/>
          </a:xfrm>
          <a:prstGeom prst="rect">
            <a:avLst/>
          </a:prstGeom>
          <a:noFill/>
        </p:spPr>
        <p:txBody>
          <a:bodyPr wrap="square" anchor="ctr" lIns="45720" rIns="45720" tIns="18288" bIns="18288"/>
          <a:lstStyle/>
          <a:p>
            <a:pPr algn="ctr">
              <a:spcBef>
                <a:spcPts val="0"/>
              </a:spcBef>
              <a:buNone/>
            </a:pPr>
            <a:r>
              <a:rPr sz="1600" b="1">
                <a:solidFill>
                  <a:srgbClr val="FFFFFF"/>
                </a:solidFill>
                <a:latin typeface="Roboto Black"/>
                <a:ea typeface="Roboto Black"/>
                <a:cs typeface="Roboto Black"/>
              </a:rPr>
              <a:t>Điều phối</a:t>
            </a:r>
          </a:p>
          <a:p>
            <a:pPr algn="ctr">
              <a:spcBef>
                <a:spcPts val="0"/>
              </a:spcBef>
              <a:buNone/>
            </a:pPr>
            <a:r>
              <a:rPr sz="1600" b="1">
                <a:solidFill>
                  <a:srgbClr val="FFFFFF"/>
                </a:solidFill>
                <a:latin typeface="Roboto Black"/>
                <a:ea typeface="Roboto Black"/>
                <a:cs typeface="Roboto Black"/>
              </a:rPr>
              <a:t>&amp; kích hoạt</a:t>
            </a:r>
          </a:p>
        </p:txBody>
      </p:sp>
      <p:sp>
        <p:nvSpPr>
          <p:cNvPr id="15" name="Right Arrow 14"/>
          <p:cNvSpPr/>
          <p:nvPr/>
        </p:nvSpPr>
        <p:spPr>
          <a:xfrm>
            <a:off x="4736592" y="1554480"/>
            <a:ext cx="310896" cy="329184"/>
          </a:xfrm>
          <a:prstGeom prst="right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2743200" y="2514600"/>
            <a:ext cx="1965960" cy="566928"/>
          </a:xfrm>
          <a:prstGeom prst="roundRect">
            <a:avLst>
              <a:gd name="adj" fmla="val 12000"/>
            </a:avLst>
          </a:prstGeom>
          <a:solidFill>
            <a:srgbClr val="F3F6FB"/>
          </a:solidFill>
          <a:ln w="9525">
            <a:solidFill>
              <a:srgbClr val="00336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2743200" y="2514600"/>
            <a:ext cx="1965960" cy="566928"/>
          </a:xfrm>
          <a:prstGeom prst="rect">
            <a:avLst/>
          </a:prstGeom>
          <a:noFill/>
        </p:spPr>
        <p:txBody>
          <a:bodyPr wrap="square" anchor="ctr" lIns="45720" rIns="45720" tIns="18288" bIns="18288"/>
          <a:lstStyle/>
          <a:p>
            <a:pPr algn="ctr">
              <a:spcBef>
                <a:spcPts val="0"/>
              </a:spcBef>
              <a:buNone/>
            </a:pPr>
            <a:r>
              <a:rPr sz="1400" b="1">
                <a:solidFill>
                  <a:srgbClr val="003366"/>
                </a:solidFill>
                <a:latin typeface="Roboto Black"/>
                <a:ea typeface="Roboto Black"/>
                <a:cs typeface="Roboto Black"/>
              </a:rPr>
              <a:t>#3 ProgRouter</a:t>
            </a:r>
          </a:p>
        </p:txBody>
      </p:sp>
      <p:sp>
        <p:nvSpPr>
          <p:cNvPr id="18" name="Rounded Rectangle 17"/>
          <p:cNvSpPr/>
          <p:nvPr/>
        </p:nvSpPr>
        <p:spPr>
          <a:xfrm>
            <a:off x="2743200" y="3227832"/>
            <a:ext cx="1965960" cy="566928"/>
          </a:xfrm>
          <a:prstGeom prst="roundRect">
            <a:avLst>
              <a:gd name="adj" fmla="val 12000"/>
            </a:avLst>
          </a:prstGeom>
          <a:solidFill>
            <a:srgbClr val="EEF6EE"/>
          </a:solidFill>
          <a:ln w="952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2743200" y="3227832"/>
            <a:ext cx="1965960" cy="566928"/>
          </a:xfrm>
          <a:prstGeom prst="rect">
            <a:avLst/>
          </a:prstGeom>
          <a:noFill/>
        </p:spPr>
        <p:txBody>
          <a:bodyPr wrap="square" anchor="ctr" lIns="45720" rIns="45720" tIns="18288" bIns="18288"/>
          <a:lstStyle/>
          <a:p>
            <a:pPr algn="ctr">
              <a:spcBef>
                <a:spcPts val="0"/>
              </a:spcBef>
              <a:buNone/>
            </a:pPr>
            <a:r>
              <a:rPr sz="1400" b="1">
                <a:solidFill>
                  <a:srgbClr val="1E6B3A"/>
                </a:solidFill>
                <a:latin typeface="Roboto Black"/>
                <a:ea typeface="Roboto Black"/>
                <a:cs typeface="Roboto Black"/>
              </a:rPr>
              <a:t>#7 DAIN (gating)</a:t>
            </a:r>
          </a:p>
        </p:txBody>
      </p:sp>
      <p:sp>
        <p:nvSpPr>
          <p:cNvPr id="20" name="Rounded Rectangle 19"/>
          <p:cNvSpPr/>
          <p:nvPr/>
        </p:nvSpPr>
        <p:spPr>
          <a:xfrm>
            <a:off x="5074920" y="1188720"/>
            <a:ext cx="1965960" cy="1051560"/>
          </a:xfrm>
          <a:prstGeom prst="roundRect">
            <a:avLst>
              <a:gd name="adj" fmla="val 12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4920" y="1188720"/>
            <a:ext cx="1965960" cy="1051560"/>
          </a:xfrm>
          <a:prstGeom prst="rect">
            <a:avLst/>
          </a:prstGeom>
          <a:noFill/>
        </p:spPr>
        <p:txBody>
          <a:bodyPr wrap="square" anchor="ctr" lIns="45720" rIns="45720" tIns="18288" bIns="18288"/>
          <a:lstStyle/>
          <a:p>
            <a:pPr algn="ctr">
              <a:spcBef>
                <a:spcPts val="0"/>
              </a:spcBef>
              <a:buNone/>
            </a:pPr>
            <a:r>
              <a:rPr sz="1600" b="1">
                <a:solidFill>
                  <a:srgbClr val="FFFFFF"/>
                </a:solidFill>
                <a:latin typeface="Roboto Black"/>
                <a:ea typeface="Roboto Black"/>
                <a:cs typeface="Roboto Black"/>
              </a:rPr>
              <a:t>Giao tiếp</a:t>
            </a:r>
          </a:p>
          <a:p>
            <a:pPr algn="ctr">
              <a:spcBef>
                <a:spcPts val="0"/>
              </a:spcBef>
              <a:buNone/>
            </a:pPr>
            <a:r>
              <a:rPr sz="1600" b="1">
                <a:solidFill>
                  <a:srgbClr val="FFFFFF"/>
                </a:solidFill>
                <a:latin typeface="Roboto Black"/>
                <a:ea typeface="Roboto Black"/>
                <a:cs typeface="Roboto Black"/>
              </a:rPr>
              <a:t>&amp; suy luận</a:t>
            </a:r>
          </a:p>
        </p:txBody>
      </p:sp>
      <p:sp>
        <p:nvSpPr>
          <p:cNvPr id="22" name="Right Arrow 21"/>
          <p:cNvSpPr/>
          <p:nvPr/>
        </p:nvSpPr>
        <p:spPr>
          <a:xfrm>
            <a:off x="7068312" y="1554480"/>
            <a:ext cx="310896" cy="329184"/>
          </a:xfrm>
          <a:prstGeom prst="right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74920" y="2514600"/>
            <a:ext cx="1965960" cy="566928"/>
          </a:xfrm>
          <a:prstGeom prst="roundRect">
            <a:avLst>
              <a:gd name="adj" fmla="val 12000"/>
            </a:avLst>
          </a:prstGeom>
          <a:solidFill>
            <a:srgbClr val="EEF6EE"/>
          </a:solidFill>
          <a:ln w="952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074920" y="2514600"/>
            <a:ext cx="1965960" cy="566928"/>
          </a:xfrm>
          <a:prstGeom prst="rect">
            <a:avLst/>
          </a:prstGeom>
          <a:noFill/>
        </p:spPr>
        <p:txBody>
          <a:bodyPr wrap="square" anchor="ctr" lIns="45720" rIns="45720" tIns="18288" bIns="18288"/>
          <a:lstStyle/>
          <a:p>
            <a:pPr algn="ctr">
              <a:spcBef>
                <a:spcPts val="0"/>
              </a:spcBef>
              <a:buNone/>
            </a:pPr>
            <a:r>
              <a:rPr sz="1400" b="1">
                <a:solidFill>
                  <a:srgbClr val="1E6B3A"/>
                </a:solidFill>
                <a:latin typeface="Roboto Black"/>
                <a:ea typeface="Roboto Black"/>
                <a:cs typeface="Roboto Black"/>
              </a:rPr>
              <a:t>#8 AGENT-RADAR</a:t>
            </a:r>
          </a:p>
        </p:txBody>
      </p:sp>
      <p:sp>
        <p:nvSpPr>
          <p:cNvPr id="25" name="Rounded Rectangle 24"/>
          <p:cNvSpPr/>
          <p:nvPr/>
        </p:nvSpPr>
        <p:spPr>
          <a:xfrm>
            <a:off x="5074920" y="3227832"/>
            <a:ext cx="1965960" cy="566928"/>
          </a:xfrm>
          <a:prstGeom prst="roundRect">
            <a:avLst>
              <a:gd name="adj" fmla="val 12000"/>
            </a:avLst>
          </a:prstGeom>
          <a:solidFill>
            <a:srgbClr val="EEF6EE"/>
          </a:solidFill>
          <a:ln w="952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4920" y="3227832"/>
            <a:ext cx="1965960" cy="566928"/>
          </a:xfrm>
          <a:prstGeom prst="rect">
            <a:avLst/>
          </a:prstGeom>
          <a:noFill/>
        </p:spPr>
        <p:txBody>
          <a:bodyPr wrap="square" anchor="ctr" lIns="45720" rIns="45720" tIns="18288" bIns="18288"/>
          <a:lstStyle/>
          <a:p>
            <a:pPr algn="ctr">
              <a:spcBef>
                <a:spcPts val="0"/>
              </a:spcBef>
              <a:buNone/>
            </a:pPr>
            <a:r>
              <a:rPr sz="1400" b="1">
                <a:solidFill>
                  <a:srgbClr val="1E6B3A"/>
                </a:solidFill>
                <a:latin typeface="Roboto Black"/>
                <a:ea typeface="Roboto Black"/>
                <a:cs typeface="Roboto Black"/>
              </a:rPr>
              <a:t>#7 DAIN (graph)</a:t>
            </a:r>
          </a:p>
        </p:txBody>
      </p:sp>
      <p:sp>
        <p:nvSpPr>
          <p:cNvPr id="27" name="Rounded Rectangle 26"/>
          <p:cNvSpPr/>
          <p:nvPr/>
        </p:nvSpPr>
        <p:spPr>
          <a:xfrm>
            <a:off x="5074920" y="3941064"/>
            <a:ext cx="1965960" cy="566928"/>
          </a:xfrm>
          <a:prstGeom prst="roundRect">
            <a:avLst>
              <a:gd name="adj" fmla="val 12000"/>
            </a:avLst>
          </a:prstGeom>
          <a:solidFill>
            <a:srgbClr val="FDF5E6"/>
          </a:solidFill>
          <a:ln w="9525">
            <a:solidFill>
              <a:srgbClr val="9A640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5074920" y="3941064"/>
            <a:ext cx="1965960" cy="566928"/>
          </a:xfrm>
          <a:prstGeom prst="rect">
            <a:avLst/>
          </a:prstGeom>
          <a:noFill/>
        </p:spPr>
        <p:txBody>
          <a:bodyPr wrap="square" anchor="ctr" lIns="45720" rIns="45720" tIns="18288" bIns="18288"/>
          <a:lstStyle/>
          <a:p>
            <a:pPr algn="ctr">
              <a:spcBef>
                <a:spcPts val="0"/>
              </a:spcBef>
              <a:buNone/>
            </a:pPr>
            <a:r>
              <a:rPr sz="1400" b="1">
                <a:solidFill>
                  <a:srgbClr val="9A6408"/>
                </a:solidFill>
                <a:latin typeface="Roboto Black"/>
                <a:ea typeface="Roboto Black"/>
                <a:cs typeface="Roboto Black"/>
              </a:rPr>
              <a:t>#6 UrbanAgent</a:t>
            </a:r>
          </a:p>
        </p:txBody>
      </p:sp>
      <p:sp>
        <p:nvSpPr>
          <p:cNvPr id="29" name="Rounded Rectangle 28"/>
          <p:cNvSpPr/>
          <p:nvPr/>
        </p:nvSpPr>
        <p:spPr>
          <a:xfrm>
            <a:off x="5074920" y="4654296"/>
            <a:ext cx="1965960" cy="566928"/>
          </a:xfrm>
          <a:prstGeom prst="roundRect">
            <a:avLst>
              <a:gd name="adj" fmla="val 12000"/>
            </a:avLst>
          </a:prstGeom>
          <a:solidFill>
            <a:srgbClr val="FDF5E6"/>
          </a:solidFill>
          <a:ln w="9525">
            <a:solidFill>
              <a:srgbClr val="9A640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074920" y="4654296"/>
            <a:ext cx="1965960" cy="566928"/>
          </a:xfrm>
          <a:prstGeom prst="rect">
            <a:avLst/>
          </a:prstGeom>
          <a:noFill/>
        </p:spPr>
        <p:txBody>
          <a:bodyPr wrap="square" anchor="ctr" lIns="45720" rIns="45720" tIns="18288" bIns="18288"/>
          <a:lstStyle/>
          <a:p>
            <a:pPr algn="ctr">
              <a:spcBef>
                <a:spcPts val="0"/>
              </a:spcBef>
              <a:buNone/>
            </a:pPr>
            <a:r>
              <a:rPr sz="1400" b="1">
                <a:solidFill>
                  <a:srgbClr val="9A6408"/>
                </a:solidFill>
                <a:latin typeface="Roboto Black"/>
                <a:ea typeface="Roboto Black"/>
                <a:cs typeface="Roboto Black"/>
              </a:rPr>
              <a:t>#2 MAC-RRG</a:t>
            </a:r>
          </a:p>
        </p:txBody>
      </p:sp>
      <p:sp>
        <p:nvSpPr>
          <p:cNvPr id="31" name="Rounded Rectangle 30"/>
          <p:cNvSpPr/>
          <p:nvPr/>
        </p:nvSpPr>
        <p:spPr>
          <a:xfrm>
            <a:off x="7406640" y="1188720"/>
            <a:ext cx="1965960" cy="1051560"/>
          </a:xfrm>
          <a:prstGeom prst="roundRect">
            <a:avLst>
              <a:gd name="adj" fmla="val 12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406640" y="1188720"/>
            <a:ext cx="1965960" cy="1051560"/>
          </a:xfrm>
          <a:prstGeom prst="rect">
            <a:avLst/>
          </a:prstGeom>
          <a:noFill/>
        </p:spPr>
        <p:txBody>
          <a:bodyPr wrap="square" anchor="ctr" lIns="45720" rIns="45720" tIns="18288" bIns="18288"/>
          <a:lstStyle/>
          <a:p>
            <a:pPr algn="ctr">
              <a:spcBef>
                <a:spcPts val="0"/>
              </a:spcBef>
              <a:buNone/>
            </a:pPr>
            <a:r>
              <a:rPr sz="1600" b="1">
                <a:solidFill>
                  <a:srgbClr val="FFFFFF"/>
                </a:solidFill>
                <a:latin typeface="Roboto Black"/>
                <a:ea typeface="Roboto Black"/>
                <a:cs typeface="Roboto Black"/>
              </a:rPr>
              <a:t>Tổng hợp</a:t>
            </a:r>
          </a:p>
          <a:p>
            <a:pPr algn="ctr">
              <a:spcBef>
                <a:spcPts val="0"/>
              </a:spcBef>
              <a:buNone/>
            </a:pPr>
            <a:r>
              <a:rPr sz="1600" b="1">
                <a:solidFill>
                  <a:srgbClr val="FFFFFF"/>
                </a:solidFill>
                <a:latin typeface="Roboto Black"/>
                <a:ea typeface="Roboto Black"/>
                <a:cs typeface="Roboto Black"/>
              </a:rPr>
              <a:t>&amp; phơi bày</a:t>
            </a:r>
          </a:p>
        </p:txBody>
      </p:sp>
      <p:sp>
        <p:nvSpPr>
          <p:cNvPr id="33" name="Right Arrow 32"/>
          <p:cNvSpPr/>
          <p:nvPr/>
        </p:nvSpPr>
        <p:spPr>
          <a:xfrm>
            <a:off x="9400032" y="1554480"/>
            <a:ext cx="310896" cy="329184"/>
          </a:xfrm>
          <a:prstGeom prst="right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7406640" y="2514600"/>
            <a:ext cx="1965960" cy="566928"/>
          </a:xfrm>
          <a:prstGeom prst="roundRect">
            <a:avLst>
              <a:gd name="adj" fmla="val 12000"/>
            </a:avLst>
          </a:prstGeom>
          <a:solidFill>
            <a:srgbClr val="FCF4F4"/>
          </a:solidFill>
          <a:ln w="952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406640" y="2514600"/>
            <a:ext cx="1965960" cy="566928"/>
          </a:xfrm>
          <a:prstGeom prst="rect">
            <a:avLst/>
          </a:prstGeom>
          <a:noFill/>
        </p:spPr>
        <p:txBody>
          <a:bodyPr wrap="square" anchor="ctr" lIns="45720" rIns="45720" tIns="18288" bIns="18288"/>
          <a:lstStyle/>
          <a:p>
            <a:pPr algn="ctr">
              <a:spcBef>
                <a:spcPts val="0"/>
              </a:spcBef>
              <a:buNone/>
            </a:pPr>
            <a:r>
              <a:rPr sz="1400" b="1">
                <a:solidFill>
                  <a:srgbClr val="C00000"/>
                </a:solidFill>
                <a:latin typeface="Roboto Black"/>
                <a:ea typeface="Roboto Black"/>
                <a:cs typeface="Roboto Black"/>
              </a:rPr>
              <a:t>#1 MIRAGE</a:t>
            </a:r>
          </a:p>
        </p:txBody>
      </p:sp>
      <p:sp>
        <p:nvSpPr>
          <p:cNvPr id="36" name="Rounded Rectangle 35"/>
          <p:cNvSpPr/>
          <p:nvPr/>
        </p:nvSpPr>
        <p:spPr>
          <a:xfrm>
            <a:off x="9738359" y="1188720"/>
            <a:ext cx="1965960" cy="1051560"/>
          </a:xfrm>
          <a:prstGeom prst="roundRect">
            <a:avLst>
              <a:gd name="adj" fmla="val 12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9738359" y="1188720"/>
            <a:ext cx="1965960" cy="1051560"/>
          </a:xfrm>
          <a:prstGeom prst="rect">
            <a:avLst/>
          </a:prstGeom>
          <a:noFill/>
        </p:spPr>
        <p:txBody>
          <a:bodyPr wrap="square" anchor="ctr" lIns="45720" rIns="45720" tIns="18288" bIns="18288"/>
          <a:lstStyle/>
          <a:p>
            <a:pPr algn="ctr">
              <a:spcBef>
                <a:spcPts val="0"/>
              </a:spcBef>
              <a:buNone/>
            </a:pPr>
            <a:r>
              <a:rPr sz="1600" b="1">
                <a:solidFill>
                  <a:srgbClr val="FFFFFF"/>
                </a:solidFill>
                <a:latin typeface="Roboto Black"/>
                <a:ea typeface="Roboto Black"/>
                <a:cs typeface="Roboto Black"/>
              </a:rPr>
              <a:t>Đánh giá</a:t>
            </a:r>
          </a:p>
          <a:p>
            <a:pPr algn="ctr">
              <a:spcBef>
                <a:spcPts val="0"/>
              </a:spcBef>
              <a:buNone/>
            </a:pPr>
            <a:r>
              <a:rPr sz="1600" b="1">
                <a:solidFill>
                  <a:srgbClr val="FFFFFF"/>
                </a:solidFill>
                <a:latin typeface="Roboto Black"/>
                <a:ea typeface="Roboto Black"/>
                <a:cs typeface="Roboto Black"/>
              </a:rPr>
              <a:t>&amp; kiểm toán</a:t>
            </a:r>
          </a:p>
        </p:txBody>
      </p:sp>
      <p:sp>
        <p:nvSpPr>
          <p:cNvPr id="38" name="Rounded Rectangle 37"/>
          <p:cNvSpPr/>
          <p:nvPr/>
        </p:nvSpPr>
        <p:spPr>
          <a:xfrm>
            <a:off x="9738359" y="2514600"/>
            <a:ext cx="1965960" cy="566928"/>
          </a:xfrm>
          <a:prstGeom prst="roundRect">
            <a:avLst>
              <a:gd name="adj" fmla="val 12000"/>
            </a:avLst>
          </a:prstGeom>
          <a:solidFill>
            <a:srgbClr val="FCF4F4"/>
          </a:solidFill>
          <a:ln w="952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9738359" y="2514600"/>
            <a:ext cx="1965960" cy="566928"/>
          </a:xfrm>
          <a:prstGeom prst="rect">
            <a:avLst/>
          </a:prstGeom>
          <a:noFill/>
        </p:spPr>
        <p:txBody>
          <a:bodyPr wrap="square" anchor="ctr" lIns="45720" rIns="45720" tIns="18288" bIns="18288"/>
          <a:lstStyle/>
          <a:p>
            <a:pPr algn="ctr">
              <a:spcBef>
                <a:spcPts val="0"/>
              </a:spcBef>
              <a:buNone/>
            </a:pPr>
            <a:r>
              <a:rPr sz="1400" b="1">
                <a:solidFill>
                  <a:srgbClr val="C00000"/>
                </a:solidFill>
                <a:latin typeface="Roboto Black"/>
                <a:ea typeface="Roboto Black"/>
                <a:cs typeface="Roboto Black"/>
              </a:rPr>
              <a:t>#4 TIDE</a:t>
            </a:r>
          </a:p>
        </p:txBody>
      </p:sp>
      <p:sp>
        <p:nvSpPr>
          <p:cNvPr id="40" name="TextBox 39"/>
          <p:cNvSpPr txBox="1"/>
          <p:nvPr/>
        </p:nvSpPr>
        <p:spPr>
          <a:xfrm>
            <a:off x="411480" y="5532120"/>
            <a:ext cx="11365992" cy="457200"/>
          </a:xfrm>
          <a:prstGeom prst="rect">
            <a:avLst/>
          </a:prstGeom>
          <a:noFill/>
        </p:spPr>
        <p:txBody>
          <a:bodyPr wrap="square" anchor="t" lIns="45720" rIns="45720" tIns="18288" bIns="18288"/>
          <a:lstStyle/>
          <a:p>
            <a:pPr>
              <a:spcBef>
                <a:spcPts val="0"/>
              </a:spcBef>
              <a:buNone/>
            </a:pPr>
            <a:r>
              <a:rPr sz="1400" b="0">
                <a:solidFill>
                  <a:srgbClr val="666666"/>
                </a:solidFill>
                <a:latin typeface="Roboto Medium"/>
                <a:ea typeface="Roboto Medium"/>
                <a:cs typeface="Roboto Medium"/>
              </a:rPr>
              <a:t>Màu: </a:t>
            </a:r>
            <a:r>
              <a:rPr sz="1400" b="1">
                <a:solidFill>
                  <a:srgbClr val="C00000"/>
                </a:solidFill>
                <a:latin typeface="Roboto Black"/>
                <a:ea typeface="Roboto Black"/>
                <a:cs typeface="Roboto Black"/>
              </a:rPr>
              <a:t>đỏ</a:t>
            </a:r>
            <a:r>
              <a:rPr sz="1400" b="0">
                <a:solidFill>
                  <a:srgbClr val="666666"/>
                </a:solidFill>
                <a:latin typeface="Roboto Medium"/>
                <a:ea typeface="Roboto Medium"/>
                <a:cs typeface="Roboto Medium"/>
              </a:rPr>
              <a:t> Safety · </a:t>
            </a:r>
            <a:r>
              <a:rPr sz="1400" b="1">
                <a:solidFill>
                  <a:srgbClr val="003366"/>
                </a:solidFill>
                <a:latin typeface="Roboto Black"/>
                <a:ea typeface="Roboto Black"/>
                <a:cs typeface="Roboto Black"/>
              </a:rPr>
              <a:t>xanh navy</a:t>
            </a:r>
            <a:r>
              <a:rPr sz="1400" b="0">
                <a:solidFill>
                  <a:srgbClr val="666666"/>
                </a:solidFill>
                <a:latin typeface="Roboto Medium"/>
                <a:ea typeface="Roboto Medium"/>
                <a:cs typeface="Roboto Medium"/>
              </a:rPr>
              <a:t> Orchestration · xanh lá Communication · vàng Application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photo" descr="p2.jpg"/>
          <p:cNvPicPr>
            <a:picLocks noChangeAspect="1"/>
          </p:cNvPicPr>
          <p:nvPr/>
        </p:nvPicPr>
        <p:blipFill>
          <a:blip r:embed="rId3"/>
          <a:stretch>
            <a:fillRect/>
          </a:stretch>
        </p:blipFill>
        <p:spPr>
          <a:xfrm>
            <a:off x="0" y="0"/>
            <a:ext cx="12191695" cy="6858000"/>
          </a:xfrm>
          <a:prstGeom prst="rect">
            <a:avLst/>
          </a:prstGeom>
        </p:spPr>
      </p:pic>
      <p:pic>
        <p:nvPicPr>
          <p:cNvPr id="3" name="Picture 2" descr="hust_logo.png"/>
          <p:cNvPicPr>
            <a:picLocks noChangeAspect="1"/>
          </p:cNvPicPr>
          <p:nvPr/>
        </p:nvPicPr>
        <p:blipFill>
          <a:blip r:embed="rId4"/>
          <a:stretch>
            <a:fillRect/>
          </a:stretch>
        </p:blipFill>
        <p:spPr>
          <a:xfrm>
            <a:off x="393192" y="274320"/>
            <a:ext cx="3172968" cy="1152144"/>
          </a:xfrm>
          <a:prstGeom prst="rect">
            <a:avLst/>
          </a:prstGeom>
        </p:spPr>
      </p:pic>
      <p:sp>
        <p:nvSpPr>
          <p:cNvPr id="4" name="Part number"/>
          <p:cNvSpPr txBox="1"/>
          <p:nvPr/>
        </p:nvSpPr>
        <p:spPr>
          <a:xfrm>
            <a:off x="749808" y="2176272"/>
            <a:ext cx="1554480" cy="1188720"/>
          </a:xfrm>
          <a:prstGeom prst="rect">
            <a:avLst/>
          </a:prstGeom>
          <a:noFill/>
        </p:spPr>
        <p:txBody>
          <a:bodyPr wrap="square" anchor="t" lIns="45720" rIns="45720" tIns="18288" bIns="18288"/>
          <a:lstStyle/>
          <a:p>
            <a:pPr>
              <a:spcBef>
                <a:spcPts val="0"/>
              </a:spcBef>
              <a:buNone/>
            </a:pPr>
            <a:r>
              <a:rPr sz="8000" b="1">
                <a:solidFill>
                  <a:srgbClr val="C00000"/>
                </a:solidFill>
                <a:latin typeface="Roboto Black"/>
                <a:ea typeface="Roboto Black"/>
                <a:cs typeface="Roboto Black"/>
              </a:rPr>
              <a:t>02</a:t>
            </a:r>
          </a:p>
        </p:txBody>
      </p:sp>
      <p:sp>
        <p:nvSpPr>
          <p:cNvPr id="5" name="TextBox 4"/>
          <p:cNvSpPr txBox="1"/>
          <p:nvPr/>
        </p:nvSpPr>
        <p:spPr>
          <a:xfrm>
            <a:off x="2331720" y="2395728"/>
            <a:ext cx="3657600" cy="365760"/>
          </a:xfrm>
          <a:prstGeom prst="rect">
            <a:avLst/>
          </a:prstGeom>
          <a:noFill/>
        </p:spPr>
        <p:txBody>
          <a:bodyPr wrap="square" anchor="t" lIns="45720" rIns="45720" tIns="18288" bIns="18288"/>
          <a:lstStyle/>
          <a:p>
            <a:pPr>
              <a:spcBef>
                <a:spcPts val="0"/>
              </a:spcBef>
              <a:buNone/>
            </a:pPr>
            <a:r>
              <a:rPr sz="1500" b="1">
                <a:solidFill>
                  <a:srgbClr val="C00000"/>
                </a:solidFill>
                <a:latin typeface="Roboto Black"/>
                <a:ea typeface="Roboto Black"/>
                <a:cs typeface="Roboto Black"/>
              </a:rPr>
              <a:t>PHẦN 2</a:t>
            </a:r>
          </a:p>
        </p:txBody>
      </p:sp>
      <p:sp>
        <p:nvSpPr>
          <p:cNvPr id="6" name="Title"/>
          <p:cNvSpPr txBox="1"/>
          <p:nvPr/>
        </p:nvSpPr>
        <p:spPr>
          <a:xfrm>
            <a:off x="2313432" y="2724912"/>
            <a:ext cx="6400800" cy="731520"/>
          </a:xfrm>
          <a:prstGeom prst="rect">
            <a:avLst/>
          </a:prstGeom>
          <a:noFill/>
        </p:spPr>
        <p:txBody>
          <a:bodyPr wrap="square" anchor="t" lIns="45720" rIns="45720" tIns="18288" bIns="18288"/>
          <a:lstStyle/>
          <a:p>
            <a:pPr>
              <a:spcBef>
                <a:spcPts val="0"/>
              </a:spcBef>
              <a:buNone/>
            </a:pPr>
            <a:r>
              <a:rPr sz="3100" b="1">
                <a:solidFill>
                  <a:srgbClr val="003366"/>
                </a:solidFill>
                <a:latin typeface="Roboto Black"/>
                <a:ea typeface="Roboto Black"/>
                <a:cs typeface="Roboto Black"/>
              </a:rPr>
              <a:t>Safety &amp; Robustness</a:t>
            </a:r>
          </a:p>
        </p:txBody>
      </p:sp>
      <p:sp>
        <p:nvSpPr>
          <p:cNvPr id="7" name="Rectangle 6"/>
          <p:cNvSpPr/>
          <p:nvPr/>
        </p:nvSpPr>
        <p:spPr>
          <a:xfrm>
            <a:off x="841248" y="3657600"/>
            <a:ext cx="1005840" cy="54864"/>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41248" y="3995928"/>
            <a:ext cx="274320" cy="274320"/>
          </a:xfrm>
          <a:prstGeom prst="roundRect">
            <a:avLst>
              <a:gd name="adj" fmla="val 12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41248" y="3995928"/>
            <a:ext cx="274320" cy="274320"/>
          </a:xfrm>
          <a:prstGeom prst="rect">
            <a:avLst/>
          </a:prstGeom>
          <a:noFill/>
        </p:spPr>
        <p:txBody>
          <a:bodyPr wrap="square" anchor="ctr" lIns="0" rIns="0" tIns="0" bIns="0"/>
          <a:lstStyle/>
          <a:p>
            <a:pPr algn="ctr">
              <a:spcBef>
                <a:spcPts val="0"/>
              </a:spcBef>
              <a:buNone/>
            </a:pPr>
            <a:r>
              <a:rPr sz="1100" b="1">
                <a:solidFill>
                  <a:srgbClr val="FFFFFF"/>
                </a:solidFill>
                <a:latin typeface="Roboto Black"/>
                <a:ea typeface="Roboto Black"/>
                <a:cs typeface="Roboto Black"/>
              </a:rPr>
              <a:t>1</a:t>
            </a:r>
          </a:p>
        </p:txBody>
      </p:sp>
      <p:sp>
        <p:nvSpPr>
          <p:cNvPr id="10" name="TextBox 9"/>
          <p:cNvSpPr txBox="1"/>
          <p:nvPr/>
        </p:nvSpPr>
        <p:spPr>
          <a:xfrm>
            <a:off x="1261872" y="3950208"/>
            <a:ext cx="5852160" cy="365760"/>
          </a:xfrm>
          <a:prstGeom prst="rect">
            <a:avLst/>
          </a:prstGeom>
          <a:noFill/>
        </p:spPr>
        <p:txBody>
          <a:bodyPr wrap="square" anchor="ctr" lIns="45720" rIns="45720" tIns="18288" bIns="18288"/>
          <a:lstStyle/>
          <a:p>
            <a:pPr>
              <a:spcBef>
                <a:spcPts val="0"/>
              </a:spcBef>
              <a:buNone/>
            </a:pPr>
            <a:r>
              <a:rPr sz="1600" b="0">
                <a:solidFill>
                  <a:srgbClr val="222B36"/>
                </a:solidFill>
                <a:latin typeface="Roboto Medium"/>
                <a:ea typeface="Roboto Medium"/>
                <a:cs typeface="Roboto Medium"/>
              </a:rPr>
              <a:t>MIRAGE: che giấu topology của MAS</a:t>
            </a:r>
          </a:p>
        </p:txBody>
      </p:sp>
      <p:sp>
        <p:nvSpPr>
          <p:cNvPr id="11" name="Rounded Rectangle 10"/>
          <p:cNvSpPr/>
          <p:nvPr/>
        </p:nvSpPr>
        <p:spPr>
          <a:xfrm>
            <a:off x="841248" y="4453128"/>
            <a:ext cx="274320" cy="274320"/>
          </a:xfrm>
          <a:prstGeom prst="roundRect">
            <a:avLst>
              <a:gd name="adj" fmla="val 12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 y="4453128"/>
            <a:ext cx="274320" cy="274320"/>
          </a:xfrm>
          <a:prstGeom prst="rect">
            <a:avLst/>
          </a:prstGeom>
          <a:noFill/>
        </p:spPr>
        <p:txBody>
          <a:bodyPr wrap="square" anchor="ctr" lIns="0" rIns="0" tIns="0" bIns="0"/>
          <a:lstStyle/>
          <a:p>
            <a:pPr algn="ctr">
              <a:spcBef>
                <a:spcPts val="0"/>
              </a:spcBef>
              <a:buNone/>
            </a:pPr>
            <a:r>
              <a:rPr sz="1100" b="1">
                <a:solidFill>
                  <a:srgbClr val="FFFFFF"/>
                </a:solidFill>
                <a:latin typeface="Roboto Black"/>
                <a:ea typeface="Roboto Black"/>
                <a:cs typeface="Roboto Black"/>
              </a:rPr>
              <a:t>2</a:t>
            </a:r>
          </a:p>
        </p:txBody>
      </p:sp>
      <p:sp>
        <p:nvSpPr>
          <p:cNvPr id="13" name="TextBox 12"/>
          <p:cNvSpPr txBox="1"/>
          <p:nvPr/>
        </p:nvSpPr>
        <p:spPr>
          <a:xfrm>
            <a:off x="1261872" y="4407408"/>
            <a:ext cx="5852160" cy="365760"/>
          </a:xfrm>
          <a:prstGeom prst="rect">
            <a:avLst/>
          </a:prstGeom>
          <a:noFill/>
        </p:spPr>
        <p:txBody>
          <a:bodyPr wrap="square" anchor="ctr" lIns="45720" rIns="45720" tIns="18288" bIns="18288"/>
          <a:lstStyle/>
          <a:p>
            <a:pPr>
              <a:spcBef>
                <a:spcPts val="0"/>
              </a:spcBef>
              <a:buNone/>
            </a:pPr>
            <a:r>
              <a:rPr sz="1600" b="0">
                <a:solidFill>
                  <a:srgbClr val="222B36"/>
                </a:solidFill>
                <a:latin typeface="Roboto Medium"/>
                <a:ea typeface="Roboto Medium"/>
                <a:cs typeface="Roboto Medium"/>
              </a:rPr>
              <a:t>TIDE: misinformation khi sự thật bị phân tán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20040" y="64008"/>
            <a:ext cx="9509760" cy="548640"/>
          </a:xfrm>
          <a:prstGeom prst="rect">
            <a:avLst/>
          </a:prstGeom>
          <a:noFill/>
        </p:spPr>
        <p:txBody>
          <a:bodyPr wrap="square" anchor="ctr" lIns="45720" rIns="45720" tIns="18288" bIns="18288"/>
          <a:lstStyle/>
          <a:p>
            <a:pPr>
              <a:spcBef>
                <a:spcPts val="0"/>
              </a:spcBef>
              <a:buNone/>
            </a:pPr>
            <a:r>
              <a:rPr sz="2200" b="1">
                <a:solidFill>
                  <a:srgbClr val="FFFFFF"/>
                </a:solidFill>
                <a:latin typeface="Roboto Black"/>
                <a:ea typeface="Roboto Black"/>
                <a:cs typeface="Roboto Black"/>
              </a:rPr>
              <a:t>MIRAGE: khi topology cũng là bí mật</a:t>
            </a:r>
          </a:p>
        </p:txBody>
      </p:sp>
      <p:sp>
        <p:nvSpPr>
          <p:cNvPr id="3" name="Section"/>
          <p:cNvSpPr txBox="1"/>
          <p:nvPr/>
        </p:nvSpPr>
        <p:spPr>
          <a:xfrm>
            <a:off x="9784080" y="64008"/>
            <a:ext cx="2103120" cy="548640"/>
          </a:xfrm>
          <a:prstGeom prst="rect">
            <a:avLst/>
          </a:prstGeom>
          <a:noFill/>
        </p:spPr>
        <p:txBody>
          <a:bodyPr wrap="square" anchor="ctr" lIns="45720" rIns="45720" tIns="18288" bIns="18288"/>
          <a:lstStyle/>
          <a:p>
            <a:pPr algn="r">
              <a:spcBef>
                <a:spcPts val="0"/>
              </a:spcBef>
              <a:buNone/>
            </a:pPr>
            <a:r>
              <a:rPr sz="1100" b="0">
                <a:solidFill>
                  <a:srgbClr val="B8C6D4"/>
                </a:solidFill>
                <a:latin typeface="Roboto Medium"/>
                <a:ea typeface="Roboto Medium"/>
                <a:cs typeface="Roboto Medium"/>
              </a:rPr>
              <a:t>2. Safety</a:t>
            </a:r>
          </a:p>
        </p:txBody>
      </p:sp>
      <p:sp>
        <p:nvSpPr>
          <p:cNvPr id="4" name="Slide number"/>
          <p:cNvSpPr txBox="1"/>
          <p:nvPr/>
        </p:nvSpPr>
        <p:spPr>
          <a:xfrm>
            <a:off x="11155680" y="6199632"/>
            <a:ext cx="731520" cy="256032"/>
          </a:xfrm>
          <a:prstGeom prst="rect">
            <a:avLst/>
          </a:prstGeom>
          <a:noFill/>
        </p:spPr>
        <p:txBody>
          <a:bodyPr wrap="square" anchor="t" lIns="45720" rIns="45720" tIns="18288" bIns="18288"/>
          <a:lstStyle/>
          <a:p>
            <a:pPr algn="r">
              <a:spcBef>
                <a:spcPts val="0"/>
              </a:spcBef>
              <a:buNone/>
            </a:pPr>
            <a:r>
              <a:rPr sz="1000" b="0">
                <a:solidFill>
                  <a:srgbClr val="666666"/>
                </a:solidFill>
                <a:latin typeface="Roboto Medium"/>
                <a:ea typeface="Roboto Medium"/>
                <a:cs typeface="Roboto Medium"/>
              </a:rPr>
              <a:t>10</a:t>
            </a:r>
          </a:p>
        </p:txBody>
      </p:sp>
      <p:sp>
        <p:nvSpPr>
          <p:cNvPr id="5" name="HUST footer name mask"/>
          <p:cNvSpPr/>
          <p:nvPr/>
        </p:nvSpPr>
        <p:spPr>
          <a:xfrm>
            <a:off x="649224" y="6126480"/>
            <a:ext cx="3273552" cy="5212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HUST footer Vietnamese name"/>
          <p:cNvSpPr txBox="1"/>
          <p:nvPr/>
        </p:nvSpPr>
        <p:spPr>
          <a:xfrm>
            <a:off x="667512" y="6135624"/>
            <a:ext cx="3236976" cy="256032"/>
          </a:xfrm>
          <a:prstGeom prst="rect">
            <a:avLst/>
          </a:prstGeom>
          <a:noFill/>
        </p:spPr>
        <p:txBody>
          <a:bodyPr wrap="square" anchor="t" lIns="0" rIns="0" tIns="0" bIns="0"/>
          <a:lstStyle/>
          <a:p>
            <a:pPr>
              <a:spcBef>
                <a:spcPts val="0"/>
              </a:spcBef>
              <a:buNone/>
            </a:pPr>
            <a:r>
              <a:rPr sz="1688" b="1">
                <a:solidFill>
                  <a:srgbClr val="3F3F3F"/>
                </a:solidFill>
                <a:latin typeface="Roboto Black"/>
                <a:ea typeface="Roboto Black"/>
                <a:cs typeface="Roboto Black"/>
              </a:rPr>
              <a:t>ĐẠI HỌC BÁCH KHOA HÀ NỘI</a:t>
            </a:r>
          </a:p>
        </p:txBody>
      </p:sp>
      <p:sp>
        <p:nvSpPr>
          <p:cNvPr id="7" name="HUST footer English name"/>
          <p:cNvSpPr txBox="1"/>
          <p:nvPr/>
        </p:nvSpPr>
        <p:spPr>
          <a:xfrm>
            <a:off x="667512" y="6391656"/>
            <a:ext cx="3236976" cy="219456"/>
          </a:xfrm>
          <a:prstGeom prst="rect">
            <a:avLst/>
          </a:prstGeom>
          <a:noFill/>
        </p:spPr>
        <p:txBody>
          <a:bodyPr wrap="square" anchor="t" lIns="0" rIns="0" tIns="0" bIns="0"/>
          <a:lstStyle/>
          <a:p>
            <a:pPr>
              <a:spcBef>
                <a:spcPts val="0"/>
              </a:spcBef>
              <a:buNone/>
            </a:pPr>
            <a:r>
              <a:rPr sz="1000" b="0">
                <a:solidFill>
                  <a:srgbClr val="3F3F3F"/>
                </a:solidFill>
                <a:latin typeface="Roboto Medium"/>
                <a:ea typeface="Roboto Medium"/>
                <a:cs typeface="Roboto Medium"/>
              </a:rPr>
              <a:t>HANOI UNIVERSITY OF SCIENCE AND TECHNOLOGY</a:t>
            </a:r>
          </a:p>
        </p:txBody>
      </p:sp>
      <p:sp>
        <p:nvSpPr>
          <p:cNvPr id="21" name="TextBox 21"/>
          <p:cNvSpPr txBox="1"/>
          <p:nvPr/>
        </p:nvSpPr>
        <p:spPr>
          <a:xfrm>
            <a:off x="411480" y="914400"/>
            <a:ext cx="6309360" cy="3931920"/>
          </a:xfrm>
          <a:prstGeom prst="rect">
            <a:avLst/>
          </a:prstGeom>
          <a:noFill/>
        </p:spPr>
        <p:txBody>
          <a:bodyPr wrap="square" anchor="t" lIns="45720" rIns="45720" tIns="18288" bIns="18288"/>
          <a:lstStyle/>
          <a:p>
            <a:pPr>
              <a:spcBef>
                <a:spcPts val="0"/>
              </a:spcBef>
              <a:spcAft>
                <a:spcPts val="0"/>
              </a:spcAft>
              <a:buNone/>
            </a:pPr>
            <a:r>
              <a:rPr sz="2300" b="1">
                <a:solidFill>
                  <a:srgbClr val="003366"/>
                </a:solidFill>
                <a:latin typeface="Roboto Black"/>
                <a:ea typeface="Roboto Black"/>
                <a:cs typeface="Roboto Black"/>
              </a:rPr>
              <a:t>Vấn đề</a:t>
            </a:r>
          </a:p>
          <a:p>
            <a:pPr marL="154050" indent="-154050">
              <a:spcBef>
                <a:spcPts val="500"/>
              </a:spcBef>
              <a:spcAft>
                <a:spcPts val="0"/>
              </a:spcAft>
              <a:buClr>
                <a:srgbClr val="C00000"/>
              </a:buClr>
              <a:buFont typeface="Arial"/>
              <a:buChar char="•"/>
            </a:pPr>
            <a:r>
              <a:rPr sz="1950" b="1">
                <a:solidFill>
                  <a:srgbClr val="003366"/>
                </a:solidFill>
                <a:latin typeface="Roboto Black"/>
                <a:ea typeface="Roboto Black"/>
                <a:cs typeface="Roboto Black"/>
              </a:rPr>
              <a:t>Topology</a:t>
            </a:r>
            <a:r>
              <a:rPr sz="1950" b="0">
                <a:solidFill>
                  <a:srgbClr val="222222"/>
                </a:solidFill>
                <a:latin typeface="Roboto Medium"/>
                <a:ea typeface="Roboto Medium"/>
                <a:cs typeface="Roboto Medium"/>
              </a:rPr>
              <a:t xml:space="preserve"> (agent nào gửi kết quả cho agent nào) là “bí quyết” của một hệ MAS, tốn nhiều công tối ưu.</a:t>
            </a:r>
          </a:p>
          <a:p>
            <a:pPr marL="154050" indent="-154050">
              <a:spcBef>
                <a:spcPts val="500"/>
              </a:spcBef>
              <a:spcAft>
                <a:spcPts val="0"/>
              </a:spcAft>
              <a:buClr>
                <a:srgbClr val="C00000"/>
              </a:buClr>
              <a:buFont typeface="Arial"/>
              <a:buChar char="•"/>
            </a:pPr>
            <a:r>
              <a:rPr sz="1950" b="0">
                <a:solidFill>
                  <a:srgbClr val="222222"/>
                </a:solidFill>
                <a:latin typeface="Roboto Medium"/>
                <a:ea typeface="Roboto Medium"/>
                <a:cs typeface="Roboto Medium"/>
              </a:rPr>
              <a:t xml:space="preserve">Tấn công </a:t>
            </a:r>
            <a:r>
              <a:rPr sz="1950" b="1">
                <a:solidFill>
                  <a:srgbClr val="003366"/>
                </a:solidFill>
                <a:latin typeface="Roboto Black"/>
                <a:ea typeface="Roboto Black"/>
                <a:cs typeface="Roboto Black"/>
              </a:rPr>
              <a:t>CIA</a:t>
            </a:r>
            <a:r>
              <a:rPr sz="1950" b="0">
                <a:solidFill>
                  <a:srgbClr val="222222"/>
                </a:solidFill>
                <a:latin typeface="Roboto Medium"/>
                <a:ea typeface="Roboto Medium"/>
                <a:cs typeface="Roboto Medium"/>
              </a:rPr>
              <a:t>: chỉ cần hỏi hệ thống như người dùng bình thường, ép nó để lộ câu trả lời trung gian. Hai agent nối với nhau thì nói “giống nhau” hơn → đoán ra cạnh.</a:t>
            </a:r>
          </a:p>
          <a:p>
            <a:pPr marL="154050" indent="-154050">
              <a:spcBef>
                <a:spcPts val="500"/>
              </a:spcBef>
              <a:spcAft>
                <a:spcPts val="0"/>
              </a:spcAft>
              <a:buClr>
                <a:srgbClr val="C00000"/>
              </a:buClr>
              <a:buFont typeface="Arial"/>
              <a:buChar char="•"/>
            </a:pPr>
            <a:r>
              <a:rPr sz="1950" b="0">
                <a:solidFill>
                  <a:srgbClr val="222222"/>
                </a:solidFill>
                <a:latin typeface="Roboto Medium"/>
                <a:ea typeface="Roboto Medium"/>
                <a:cs typeface="Roboto Medium"/>
              </a:rPr>
              <a:t>Lộ topology → kẻ tấn công biết agent nào quan trọng để tấn công, hoặc sao chép thiết kế.</a:t>
            </a:r>
          </a:p>
        </p:txBody>
      </p:sp>
      <p:sp>
        <p:nvSpPr>
          <p:cNvPr id="22" name="Card 22"/>
          <p:cNvSpPr/>
          <p:nvPr/>
        </p:nvSpPr>
        <p:spPr>
          <a:xfrm>
            <a:off x="7040880" y="960120"/>
            <a:ext cx="4736592" cy="3886200"/>
          </a:xfrm>
          <a:prstGeom prst="rect">
            <a:avLst/>
          </a:prstGeom>
          <a:solidFill>
            <a:srgbClr val="F3F6FB"/>
          </a:solidFill>
          <a:ln w="9525">
            <a:solidFill>
              <a:srgbClr val="CFDAE8"/>
            </a:solidFill>
          </a:ln>
          <a:effectLst/>
        </p:spPr>
        <p:txBody>
          <a:bodyPr wrap="square" rtlCol="0" anchor="ctr" lIns="73152" rIns="73152" tIns="36576" bIns="36576"/>
          <a:lstStyle/>
          <a:p/>
        </p:txBody>
      </p:sp>
      <p:sp>
        <p:nvSpPr>
          <p:cNvPr id="23" name="Card bar 23"/>
          <p:cNvSpPr/>
          <p:nvPr/>
        </p:nvSpPr>
        <p:spPr>
          <a:xfrm>
            <a:off x="7040880" y="960120"/>
            <a:ext cx="4736592" cy="54864"/>
          </a:xfrm>
          <a:prstGeom prst="rect">
            <a:avLst/>
          </a:prstGeom>
          <a:solidFill>
            <a:srgbClr val="003366"/>
          </a:solidFill>
          <a:ln>
            <a:noFill/>
          </a:ln>
          <a:effectLst/>
        </p:spPr>
        <p:txBody>
          <a:bodyPr wrap="square" rtlCol="0" anchor="ctr" lIns="73152" rIns="73152" tIns="36576" bIns="36576"/>
          <a:lstStyle/>
          <a:p/>
        </p:txBody>
      </p:sp>
      <p:sp>
        <p:nvSpPr>
          <p:cNvPr id="24" name="TextBox 24"/>
          <p:cNvSpPr txBox="1"/>
          <p:nvPr/>
        </p:nvSpPr>
        <p:spPr>
          <a:xfrm>
            <a:off x="7223760" y="1097280"/>
            <a:ext cx="4370832" cy="3657600"/>
          </a:xfrm>
          <a:prstGeom prst="rect">
            <a:avLst/>
          </a:prstGeom>
          <a:noFill/>
        </p:spPr>
        <p:txBody>
          <a:bodyPr wrap="square" anchor="t" lIns="45720" rIns="45720" tIns="18288" bIns="18288"/>
          <a:lstStyle/>
          <a:p>
            <a:pPr>
              <a:spcBef>
                <a:spcPts val="0"/>
              </a:spcBef>
              <a:spcAft>
                <a:spcPts val="0"/>
              </a:spcAft>
              <a:buNone/>
            </a:pPr>
            <a:r>
              <a:rPr sz="2200" b="1">
                <a:solidFill>
                  <a:srgbClr val="003366"/>
                </a:solidFill>
                <a:latin typeface="Roboto Black"/>
                <a:ea typeface="Roboto Black"/>
                <a:cs typeface="Roboto Black"/>
              </a:rPr>
              <a:t>Ý tưởng của MIRAGE</a:t>
            </a:r>
          </a:p>
          <a:p>
            <a:pPr>
              <a:spcBef>
                <a:spcPts val="1000"/>
              </a:spcBef>
              <a:spcAft>
                <a:spcPts val="0"/>
              </a:spcAft>
              <a:buNone/>
            </a:pPr>
            <a:r>
              <a:rPr sz="2050" b="0">
                <a:solidFill>
                  <a:srgbClr val="222222"/>
                </a:solidFill>
                <a:latin typeface="Roboto Medium"/>
                <a:ea typeface="Roboto Medium"/>
                <a:cs typeface="Roboto Medium"/>
              </a:rPr>
              <a:t xml:space="preserve">Hệ thống vẫn chạy trên </a:t>
            </a:r>
            <a:r>
              <a:rPr sz="2050" b="1">
                <a:solidFill>
                  <a:srgbClr val="003366"/>
                </a:solidFill>
                <a:latin typeface="Roboto Black"/>
                <a:ea typeface="Roboto Black"/>
                <a:cs typeface="Roboto Black"/>
              </a:rPr>
              <a:t>đồ thị thật G</a:t>
            </a:r>
            <a:r>
              <a:rPr sz="2050" b="0">
                <a:solidFill>
                  <a:srgbClr val="222222"/>
                </a:solidFill>
                <a:latin typeface="Roboto Medium"/>
                <a:ea typeface="Roboto Medium"/>
                <a:cs typeface="Roboto Medium"/>
              </a:rPr>
              <a:t xml:space="preserve">, nhưng kẻ tấn công chỉ nhìn thấy dấu vết của một </a:t>
            </a:r>
            <a:r>
              <a:rPr sz="2050" b="1">
                <a:solidFill>
                  <a:srgbClr val="C00000"/>
                </a:solidFill>
                <a:latin typeface="Roboto Black"/>
                <a:ea typeface="Roboto Black"/>
                <a:cs typeface="Roboto Black"/>
              </a:rPr>
              <a:t>đồ thị giả G′</a:t>
            </a:r>
            <a:r>
              <a:rPr sz="2050" b="0">
                <a:solidFill>
                  <a:srgbClr val="222222"/>
                </a:solidFill>
                <a:latin typeface="Roboto Medium"/>
                <a:ea typeface="Roboto Medium"/>
                <a:cs typeface="Roboto Medium"/>
              </a:rPr>
              <a:t>.</a:t>
            </a:r>
          </a:p>
          <a:p>
            <a:pPr>
              <a:spcBef>
                <a:spcPts val="1200"/>
              </a:spcBef>
              <a:spcAft>
                <a:spcPts val="0"/>
              </a:spcAft>
              <a:buNone/>
            </a:pPr>
            <a:r>
              <a:rPr sz="1900" b="0">
                <a:solidFill>
                  <a:srgbClr val="666666"/>
                </a:solidFill>
                <a:latin typeface="Roboto Medium"/>
                <a:ea typeface="Roboto Medium"/>
                <a:cs typeface="Roboto Medium"/>
              </a:rPr>
              <a:t>Giống như đưa cho kẻ trộm một tấm bản đồ giả, còn đường đi thật trong nhà vẫn giữ nguyên.</a:t>
            </a:r>
          </a:p>
        </p:txBody>
      </p:sp>
      <p:sp>
        <p:nvSpPr>
          <p:cNvPr id="25" name="Shape 25"/>
          <p:cNvSpPr/>
          <p:nvPr/>
        </p:nvSpPr>
        <p:spPr>
          <a:xfrm>
            <a:off x="411480" y="5074920"/>
            <a:ext cx="11365992" cy="822960"/>
          </a:xfrm>
          <a:prstGeom prst="rect">
            <a:avLst/>
          </a:prstGeom>
          <a:solidFill>
            <a:srgbClr val="EEF3FA"/>
          </a:solidFill>
          <a:ln>
            <a:noFill/>
          </a:ln>
          <a:effectLst/>
        </p:spPr>
        <p:txBody>
          <a:bodyPr wrap="square" rtlCol="0" anchor="ctr" lIns="182880" rIns="182880" tIns="91440" bIns="91440"/>
          <a:lstStyle/>
          <a:p>
            <a:pPr>
              <a:spcBef>
                <a:spcPts val="0"/>
              </a:spcBef>
              <a:spcAft>
                <a:spcPts val="0"/>
              </a:spcAft>
              <a:buNone/>
            </a:pPr>
            <a:r>
              <a:rPr sz="1950" b="1">
                <a:solidFill>
                  <a:srgbClr val="003366"/>
                </a:solidFill>
                <a:latin typeface="Roboto Black"/>
                <a:ea typeface="Roboto Black"/>
                <a:cs typeface="Roboto Black"/>
              </a:rPr>
              <a:t>Câu hỏi:</a:t>
            </a:r>
            <a:r>
              <a:rPr sz="1950" b="0">
                <a:solidFill>
                  <a:srgbClr val="222222"/>
                </a:solidFill>
                <a:latin typeface="Roboto Medium"/>
                <a:ea typeface="Roboto Medium"/>
                <a:cs typeface="Roboto Medium"/>
              </a:rPr>
              <a:t xml:space="preserve"> giấu được topology mà không làm hệ thống trả lời kém đi?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20040" y="64008"/>
            <a:ext cx="9509760" cy="548640"/>
          </a:xfrm>
          <a:prstGeom prst="rect">
            <a:avLst/>
          </a:prstGeom>
          <a:noFill/>
        </p:spPr>
        <p:txBody>
          <a:bodyPr wrap="square" anchor="ctr" lIns="45720" rIns="45720" tIns="18288" bIns="18288"/>
          <a:lstStyle/>
          <a:p>
            <a:pPr>
              <a:spcBef>
                <a:spcPts val="0"/>
              </a:spcBef>
              <a:buNone/>
            </a:pPr>
            <a:r>
              <a:rPr sz="2200" b="1">
                <a:solidFill>
                  <a:srgbClr val="FFFFFF"/>
                </a:solidFill>
                <a:latin typeface="Roboto Black"/>
                <a:ea typeface="Roboto Black"/>
                <a:cs typeface="Roboto Black"/>
              </a:rPr>
              <a:t>MIRAGE: ba bước tạo “đồ thị giả”</a:t>
            </a:r>
          </a:p>
        </p:txBody>
      </p:sp>
      <p:sp>
        <p:nvSpPr>
          <p:cNvPr id="3" name="Section"/>
          <p:cNvSpPr txBox="1"/>
          <p:nvPr/>
        </p:nvSpPr>
        <p:spPr>
          <a:xfrm>
            <a:off x="9784080" y="64008"/>
            <a:ext cx="2103120" cy="548640"/>
          </a:xfrm>
          <a:prstGeom prst="rect">
            <a:avLst/>
          </a:prstGeom>
          <a:noFill/>
        </p:spPr>
        <p:txBody>
          <a:bodyPr wrap="square" anchor="ctr" lIns="45720" rIns="45720" tIns="18288" bIns="18288"/>
          <a:lstStyle/>
          <a:p>
            <a:pPr algn="r">
              <a:spcBef>
                <a:spcPts val="0"/>
              </a:spcBef>
              <a:buNone/>
            </a:pPr>
            <a:r>
              <a:rPr sz="1100" b="0">
                <a:solidFill>
                  <a:srgbClr val="B8C6D4"/>
                </a:solidFill>
                <a:latin typeface="Roboto Medium"/>
                <a:ea typeface="Roboto Medium"/>
                <a:cs typeface="Roboto Medium"/>
              </a:rPr>
              <a:t>2. Safety</a:t>
            </a:r>
          </a:p>
        </p:txBody>
      </p:sp>
      <p:sp>
        <p:nvSpPr>
          <p:cNvPr id="4" name="Slide number"/>
          <p:cNvSpPr txBox="1"/>
          <p:nvPr/>
        </p:nvSpPr>
        <p:spPr>
          <a:xfrm>
            <a:off x="11155680" y="6199632"/>
            <a:ext cx="731520" cy="256032"/>
          </a:xfrm>
          <a:prstGeom prst="rect">
            <a:avLst/>
          </a:prstGeom>
          <a:noFill/>
        </p:spPr>
        <p:txBody>
          <a:bodyPr wrap="square" anchor="t" lIns="45720" rIns="45720" tIns="18288" bIns="18288"/>
          <a:lstStyle/>
          <a:p>
            <a:pPr algn="r">
              <a:spcBef>
                <a:spcPts val="0"/>
              </a:spcBef>
              <a:buNone/>
            </a:pPr>
            <a:r>
              <a:rPr sz="1000" b="0">
                <a:solidFill>
                  <a:srgbClr val="666666"/>
                </a:solidFill>
                <a:latin typeface="Roboto Medium"/>
                <a:ea typeface="Roboto Medium"/>
                <a:cs typeface="Roboto Medium"/>
              </a:rPr>
              <a:t>11</a:t>
            </a:r>
          </a:p>
        </p:txBody>
      </p:sp>
      <p:sp>
        <p:nvSpPr>
          <p:cNvPr id="5" name="HUST footer name mask"/>
          <p:cNvSpPr/>
          <p:nvPr/>
        </p:nvSpPr>
        <p:spPr>
          <a:xfrm>
            <a:off x="649224" y="6126480"/>
            <a:ext cx="3273552" cy="5212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HUST footer Vietnamese name"/>
          <p:cNvSpPr txBox="1"/>
          <p:nvPr/>
        </p:nvSpPr>
        <p:spPr>
          <a:xfrm>
            <a:off x="667512" y="6135624"/>
            <a:ext cx="3236976" cy="256032"/>
          </a:xfrm>
          <a:prstGeom prst="rect">
            <a:avLst/>
          </a:prstGeom>
          <a:noFill/>
        </p:spPr>
        <p:txBody>
          <a:bodyPr wrap="square" anchor="t" lIns="0" rIns="0" tIns="0" bIns="0"/>
          <a:lstStyle/>
          <a:p>
            <a:pPr>
              <a:spcBef>
                <a:spcPts val="0"/>
              </a:spcBef>
              <a:buNone/>
            </a:pPr>
            <a:r>
              <a:rPr sz="1688" b="1">
                <a:solidFill>
                  <a:srgbClr val="3F3F3F"/>
                </a:solidFill>
                <a:latin typeface="Roboto Black"/>
                <a:ea typeface="Roboto Black"/>
                <a:cs typeface="Roboto Black"/>
              </a:rPr>
              <a:t>ĐẠI HỌC BÁCH KHOA HÀ NỘI</a:t>
            </a:r>
          </a:p>
        </p:txBody>
      </p:sp>
      <p:sp>
        <p:nvSpPr>
          <p:cNvPr id="7" name="HUST footer English name"/>
          <p:cNvSpPr txBox="1"/>
          <p:nvPr/>
        </p:nvSpPr>
        <p:spPr>
          <a:xfrm>
            <a:off x="667512" y="6391656"/>
            <a:ext cx="3236976" cy="219456"/>
          </a:xfrm>
          <a:prstGeom prst="rect">
            <a:avLst/>
          </a:prstGeom>
          <a:noFill/>
        </p:spPr>
        <p:txBody>
          <a:bodyPr wrap="square" anchor="t" lIns="0" rIns="0" tIns="0" bIns="0"/>
          <a:lstStyle/>
          <a:p>
            <a:pPr>
              <a:spcBef>
                <a:spcPts val="0"/>
              </a:spcBef>
              <a:buNone/>
            </a:pPr>
            <a:r>
              <a:rPr sz="1000" b="0">
                <a:solidFill>
                  <a:srgbClr val="3F3F3F"/>
                </a:solidFill>
                <a:latin typeface="Roboto Medium"/>
                <a:ea typeface="Roboto Medium"/>
                <a:cs typeface="Roboto Medium"/>
              </a:rPr>
              <a:t>HANOI UNIVERSITY OF SCIENCE AND TECHNOLOGY</a:t>
            </a:r>
          </a:p>
        </p:txBody>
      </p:sp>
      <p:sp>
        <p:nvSpPr>
          <p:cNvPr id="21" name="Card 21"/>
          <p:cNvSpPr/>
          <p:nvPr/>
        </p:nvSpPr>
        <p:spPr>
          <a:xfrm>
            <a:off x="411480" y="914400"/>
            <a:ext cx="3605784" cy="2514600"/>
          </a:xfrm>
          <a:prstGeom prst="rect">
            <a:avLst/>
          </a:prstGeom>
          <a:solidFill>
            <a:srgbClr val="F3F6FB"/>
          </a:solidFill>
          <a:ln w="9525">
            <a:solidFill>
              <a:srgbClr val="CFDAE8"/>
            </a:solidFill>
          </a:ln>
          <a:effectLst/>
        </p:spPr>
        <p:txBody>
          <a:bodyPr wrap="square" rtlCol="0" anchor="ctr" lIns="73152" rIns="73152" tIns="36576" bIns="36576"/>
          <a:lstStyle/>
          <a:p/>
        </p:txBody>
      </p:sp>
      <p:sp>
        <p:nvSpPr>
          <p:cNvPr id="22" name="Card bar 22"/>
          <p:cNvSpPr/>
          <p:nvPr/>
        </p:nvSpPr>
        <p:spPr>
          <a:xfrm>
            <a:off x="411480" y="914400"/>
            <a:ext cx="3605784" cy="54864"/>
          </a:xfrm>
          <a:prstGeom prst="rect">
            <a:avLst/>
          </a:prstGeom>
          <a:solidFill>
            <a:srgbClr val="003366"/>
          </a:solidFill>
          <a:ln>
            <a:noFill/>
          </a:ln>
          <a:effectLst/>
        </p:spPr>
        <p:txBody>
          <a:bodyPr wrap="square" rtlCol="0" anchor="ctr" lIns="73152" rIns="73152" tIns="36576" bIns="36576"/>
          <a:lstStyle/>
          <a:p/>
        </p:txBody>
      </p:sp>
      <p:sp>
        <p:nvSpPr>
          <p:cNvPr id="23" name="Shape 23"/>
          <p:cNvSpPr/>
          <p:nvPr/>
        </p:nvSpPr>
        <p:spPr>
          <a:xfrm>
            <a:off x="594360" y="1143000"/>
            <a:ext cx="502920" cy="502920"/>
          </a:xfrm>
          <a:prstGeom prst="ellipse">
            <a:avLst/>
          </a:prstGeom>
          <a:solidFill>
            <a:srgbClr val="003366"/>
          </a:solidFill>
          <a:ln>
            <a:noFill/>
          </a:ln>
          <a:effectLst/>
        </p:spPr>
        <p:txBody>
          <a:bodyPr wrap="square" rtlCol="0" anchor="ctr" lIns="0" rIns="0" tIns="0" bIns="0"/>
          <a:lstStyle/>
          <a:p>
            <a:pPr algn="ctr">
              <a:spcBef>
                <a:spcPts val="0"/>
              </a:spcBef>
              <a:spcAft>
                <a:spcPts val="0"/>
              </a:spcAft>
              <a:buNone/>
            </a:pPr>
            <a:r>
              <a:rPr sz="1850" b="1">
                <a:solidFill>
                  <a:srgbClr val="FFFFFF"/>
                </a:solidFill>
                <a:latin typeface="Roboto Black"/>
                <a:ea typeface="Roboto Black"/>
                <a:cs typeface="Roboto Black"/>
              </a:rPr>
              <a:t>1</a:t>
            </a:r>
          </a:p>
        </p:txBody>
      </p:sp>
      <p:sp>
        <p:nvSpPr>
          <p:cNvPr id="24" name="TextBox 24"/>
          <p:cNvSpPr txBox="1"/>
          <p:nvPr/>
        </p:nvSpPr>
        <p:spPr>
          <a:xfrm>
            <a:off x="1234440" y="1115568"/>
            <a:ext cx="2645664" cy="594360"/>
          </a:xfrm>
          <a:prstGeom prst="rect">
            <a:avLst/>
          </a:prstGeom>
          <a:noFill/>
        </p:spPr>
        <p:txBody>
          <a:bodyPr wrap="square" anchor="ctr" lIns="45720" rIns="45720" tIns="18288" bIns="18288"/>
          <a:lstStyle/>
          <a:p>
            <a:pPr>
              <a:spcBef>
                <a:spcPts val="0"/>
              </a:spcBef>
              <a:spcAft>
                <a:spcPts val="0"/>
              </a:spcAft>
              <a:buNone/>
            </a:pPr>
            <a:r>
              <a:rPr sz="1850" b="1">
                <a:solidFill>
                  <a:srgbClr val="003366"/>
                </a:solidFill>
                <a:latin typeface="Roboto Black"/>
                <a:ea typeface="Roboto Black"/>
                <a:cs typeface="Roboto Black"/>
              </a:rPr>
              <a:t>Tạo đồ thị giả</a:t>
            </a:r>
          </a:p>
        </p:txBody>
      </p:sp>
      <p:sp>
        <p:nvSpPr>
          <p:cNvPr id="25" name="TextBox 25"/>
          <p:cNvSpPr txBox="1"/>
          <p:nvPr/>
        </p:nvSpPr>
        <p:spPr>
          <a:xfrm>
            <a:off x="594360" y="1828800"/>
            <a:ext cx="3240024" cy="1508760"/>
          </a:xfrm>
          <a:prstGeom prst="rect">
            <a:avLst/>
          </a:prstGeom>
          <a:noFill/>
        </p:spPr>
        <p:txBody>
          <a:bodyPr wrap="square" anchor="t" lIns="45720" rIns="45720" tIns="18288" bIns="18288"/>
          <a:lstStyle/>
          <a:p>
            <a:pPr>
              <a:spcBef>
                <a:spcPts val="0"/>
              </a:spcBef>
              <a:spcAft>
                <a:spcPts val="0"/>
              </a:spcAft>
              <a:buNone/>
            </a:pPr>
            <a:r>
              <a:rPr sz="1650" b="0">
                <a:solidFill>
                  <a:srgbClr val="222222"/>
                </a:solidFill>
                <a:latin typeface="Roboto Medium"/>
                <a:ea typeface="Roboto Medium"/>
                <a:cs typeface="Roboto Medium"/>
              </a:rPr>
              <a:t>Giữ nguyên các agent, nối lại một số cạnh để G′ đủ khác G (độ lệch ρ ≥ ρ₀) nhưng vẫn là một đồ thị hợp lệ.</a:t>
            </a:r>
          </a:p>
        </p:txBody>
      </p:sp>
      <p:cxnSp>
        <p:nvCxnSpPr>
          <p:cNvPr id="26" name="Connector 26"/>
          <p:cNvCxnSpPr/>
          <p:nvPr/>
        </p:nvCxnSpPr>
        <p:spPr>
          <a:xfrm>
            <a:off x="4053840" y="2167128"/>
            <a:ext cx="201168" cy="0"/>
          </a:xfrm>
          <a:prstGeom prst="straightConnector1">
            <a:avLst/>
          </a:prstGeom>
          <a:ln w="22225">
            <a:solidFill>
              <a:srgbClr val="003366"/>
            </a:solidFill>
            <a:tailEnd type="triangle" w="med" len="med"/>
          </a:ln>
        </p:spPr>
      </p:cxnSp>
      <p:sp>
        <p:nvSpPr>
          <p:cNvPr id="27" name="Card 27"/>
          <p:cNvSpPr/>
          <p:nvPr/>
        </p:nvSpPr>
        <p:spPr>
          <a:xfrm>
            <a:off x="4291584" y="914400"/>
            <a:ext cx="3605784" cy="2514600"/>
          </a:xfrm>
          <a:prstGeom prst="rect">
            <a:avLst/>
          </a:prstGeom>
          <a:solidFill>
            <a:srgbClr val="F3F6FB"/>
          </a:solidFill>
          <a:ln w="9525">
            <a:solidFill>
              <a:srgbClr val="CFDAE8"/>
            </a:solidFill>
          </a:ln>
          <a:effectLst/>
        </p:spPr>
        <p:txBody>
          <a:bodyPr wrap="square" rtlCol="0" anchor="ctr" lIns="73152" rIns="73152" tIns="36576" bIns="36576"/>
          <a:lstStyle/>
          <a:p/>
        </p:txBody>
      </p:sp>
      <p:sp>
        <p:nvSpPr>
          <p:cNvPr id="28" name="Card bar 28"/>
          <p:cNvSpPr/>
          <p:nvPr/>
        </p:nvSpPr>
        <p:spPr>
          <a:xfrm>
            <a:off x="4291584" y="914400"/>
            <a:ext cx="3605784" cy="54864"/>
          </a:xfrm>
          <a:prstGeom prst="rect">
            <a:avLst/>
          </a:prstGeom>
          <a:solidFill>
            <a:srgbClr val="003366"/>
          </a:solidFill>
          <a:ln>
            <a:noFill/>
          </a:ln>
          <a:effectLst/>
        </p:spPr>
        <p:txBody>
          <a:bodyPr wrap="square" rtlCol="0" anchor="ctr" lIns="73152" rIns="73152" tIns="36576" bIns="36576"/>
          <a:lstStyle/>
          <a:p/>
        </p:txBody>
      </p:sp>
      <p:sp>
        <p:nvSpPr>
          <p:cNvPr id="29" name="Shape 29"/>
          <p:cNvSpPr/>
          <p:nvPr/>
        </p:nvSpPr>
        <p:spPr>
          <a:xfrm>
            <a:off x="4474464" y="1143000"/>
            <a:ext cx="502920" cy="502920"/>
          </a:xfrm>
          <a:prstGeom prst="ellipse">
            <a:avLst/>
          </a:prstGeom>
          <a:solidFill>
            <a:srgbClr val="003366"/>
          </a:solidFill>
          <a:ln>
            <a:noFill/>
          </a:ln>
          <a:effectLst/>
        </p:spPr>
        <p:txBody>
          <a:bodyPr wrap="square" rtlCol="0" anchor="ctr" lIns="0" rIns="0" tIns="0" bIns="0"/>
          <a:lstStyle/>
          <a:p>
            <a:pPr algn="ctr">
              <a:spcBef>
                <a:spcPts val="0"/>
              </a:spcBef>
              <a:spcAft>
                <a:spcPts val="0"/>
              </a:spcAft>
              <a:buNone/>
            </a:pPr>
            <a:r>
              <a:rPr sz="1850" b="1">
                <a:solidFill>
                  <a:srgbClr val="FFFFFF"/>
                </a:solidFill>
                <a:latin typeface="Roboto Black"/>
                <a:ea typeface="Roboto Black"/>
                <a:cs typeface="Roboto Black"/>
              </a:rPr>
              <a:t>2</a:t>
            </a:r>
          </a:p>
        </p:txBody>
      </p:sp>
      <p:sp>
        <p:nvSpPr>
          <p:cNvPr id="30" name="TextBox 30"/>
          <p:cNvSpPr txBox="1"/>
          <p:nvPr/>
        </p:nvSpPr>
        <p:spPr>
          <a:xfrm>
            <a:off x="5114544" y="1115568"/>
            <a:ext cx="2645664" cy="594360"/>
          </a:xfrm>
          <a:prstGeom prst="rect">
            <a:avLst/>
          </a:prstGeom>
          <a:noFill/>
        </p:spPr>
        <p:txBody>
          <a:bodyPr wrap="square" anchor="ctr" lIns="45720" rIns="45720" tIns="18288" bIns="18288"/>
          <a:lstStyle/>
          <a:p>
            <a:pPr>
              <a:spcBef>
                <a:spcPts val="0"/>
              </a:spcBef>
              <a:spcAft>
                <a:spcPts val="0"/>
              </a:spcAft>
              <a:buNone/>
            </a:pPr>
            <a:r>
              <a:rPr sz="1850" b="1">
                <a:solidFill>
                  <a:srgbClr val="003366"/>
                </a:solidFill>
                <a:latin typeface="Roboto Black"/>
                <a:ea typeface="Roboto Black"/>
                <a:cs typeface="Roboto Black"/>
              </a:rPr>
              <a:t>Làm cạnh giả như thật</a:t>
            </a:r>
          </a:p>
        </p:txBody>
      </p:sp>
      <p:sp>
        <p:nvSpPr>
          <p:cNvPr id="31" name="TextBox 31"/>
          <p:cNvSpPr txBox="1"/>
          <p:nvPr/>
        </p:nvSpPr>
        <p:spPr>
          <a:xfrm>
            <a:off x="4474464" y="1828800"/>
            <a:ext cx="3240024" cy="1508760"/>
          </a:xfrm>
          <a:prstGeom prst="rect">
            <a:avLst/>
          </a:prstGeom>
          <a:noFill/>
        </p:spPr>
        <p:txBody>
          <a:bodyPr wrap="square" anchor="t" lIns="45720" rIns="45720" tIns="18288" bIns="18288"/>
          <a:lstStyle/>
          <a:p>
            <a:pPr>
              <a:spcBef>
                <a:spcPts val="0"/>
              </a:spcBef>
              <a:spcAft>
                <a:spcPts val="0"/>
              </a:spcAft>
              <a:buNone/>
            </a:pPr>
            <a:r>
              <a:rPr sz="1650" b="0">
                <a:solidFill>
                  <a:srgbClr val="222222"/>
                </a:solidFill>
                <a:latin typeface="Roboto Medium"/>
                <a:ea typeface="Roboto Medium"/>
                <a:cs typeface="Roboto Medium"/>
              </a:rPr>
              <a:t>Dùng LLM viết thêm “dấu vết” cho thấy agent B đã dùng kết quả của agent A, dù thực tế không có cạnh A → B.</a:t>
            </a:r>
          </a:p>
        </p:txBody>
      </p:sp>
      <p:cxnSp>
        <p:nvCxnSpPr>
          <p:cNvPr id="32" name="Connector 32"/>
          <p:cNvCxnSpPr/>
          <p:nvPr/>
        </p:nvCxnSpPr>
        <p:spPr>
          <a:xfrm>
            <a:off x="7933944" y="2167128"/>
            <a:ext cx="201168" cy="0"/>
          </a:xfrm>
          <a:prstGeom prst="straightConnector1">
            <a:avLst/>
          </a:prstGeom>
          <a:ln w="22225">
            <a:solidFill>
              <a:srgbClr val="003366"/>
            </a:solidFill>
            <a:tailEnd type="triangle" w="med" len="med"/>
          </a:ln>
        </p:spPr>
      </p:cxnSp>
      <p:sp>
        <p:nvSpPr>
          <p:cNvPr id="33" name="Card 33"/>
          <p:cNvSpPr/>
          <p:nvPr/>
        </p:nvSpPr>
        <p:spPr>
          <a:xfrm>
            <a:off x="8171688" y="914400"/>
            <a:ext cx="3605784" cy="2514600"/>
          </a:xfrm>
          <a:prstGeom prst="rect">
            <a:avLst/>
          </a:prstGeom>
          <a:solidFill>
            <a:srgbClr val="F3F6FB"/>
          </a:solidFill>
          <a:ln w="9525">
            <a:solidFill>
              <a:srgbClr val="CFDAE8"/>
            </a:solidFill>
          </a:ln>
          <a:effectLst/>
        </p:spPr>
        <p:txBody>
          <a:bodyPr wrap="square" rtlCol="0" anchor="ctr" lIns="73152" rIns="73152" tIns="36576" bIns="36576"/>
          <a:lstStyle/>
          <a:p/>
        </p:txBody>
      </p:sp>
      <p:sp>
        <p:nvSpPr>
          <p:cNvPr id="34" name="Card bar 34"/>
          <p:cNvSpPr/>
          <p:nvPr/>
        </p:nvSpPr>
        <p:spPr>
          <a:xfrm>
            <a:off x="8171688" y="914400"/>
            <a:ext cx="3605784" cy="54864"/>
          </a:xfrm>
          <a:prstGeom prst="rect">
            <a:avLst/>
          </a:prstGeom>
          <a:solidFill>
            <a:srgbClr val="003366"/>
          </a:solidFill>
          <a:ln>
            <a:noFill/>
          </a:ln>
          <a:effectLst/>
        </p:spPr>
        <p:txBody>
          <a:bodyPr wrap="square" rtlCol="0" anchor="ctr" lIns="73152" rIns="73152" tIns="36576" bIns="36576"/>
          <a:lstStyle/>
          <a:p/>
        </p:txBody>
      </p:sp>
      <p:sp>
        <p:nvSpPr>
          <p:cNvPr id="35" name="Shape 35"/>
          <p:cNvSpPr/>
          <p:nvPr/>
        </p:nvSpPr>
        <p:spPr>
          <a:xfrm>
            <a:off x="8354568" y="1143000"/>
            <a:ext cx="502920" cy="502920"/>
          </a:xfrm>
          <a:prstGeom prst="ellipse">
            <a:avLst/>
          </a:prstGeom>
          <a:solidFill>
            <a:srgbClr val="003366"/>
          </a:solidFill>
          <a:ln>
            <a:noFill/>
          </a:ln>
          <a:effectLst/>
        </p:spPr>
        <p:txBody>
          <a:bodyPr wrap="square" rtlCol="0" anchor="ctr" lIns="0" rIns="0" tIns="0" bIns="0"/>
          <a:lstStyle/>
          <a:p>
            <a:pPr algn="ctr">
              <a:spcBef>
                <a:spcPts val="0"/>
              </a:spcBef>
              <a:spcAft>
                <a:spcPts val="0"/>
              </a:spcAft>
              <a:buNone/>
            </a:pPr>
            <a:r>
              <a:rPr sz="1850" b="1">
                <a:solidFill>
                  <a:srgbClr val="FFFFFF"/>
                </a:solidFill>
                <a:latin typeface="Roboto Black"/>
                <a:ea typeface="Roboto Black"/>
                <a:cs typeface="Roboto Black"/>
              </a:rPr>
              <a:t>3</a:t>
            </a:r>
          </a:p>
        </p:txBody>
      </p:sp>
      <p:sp>
        <p:nvSpPr>
          <p:cNvPr id="36" name="TextBox 36"/>
          <p:cNvSpPr txBox="1"/>
          <p:nvPr/>
        </p:nvSpPr>
        <p:spPr>
          <a:xfrm>
            <a:off x="8994648" y="1115568"/>
            <a:ext cx="2645664" cy="594360"/>
          </a:xfrm>
          <a:prstGeom prst="rect">
            <a:avLst/>
          </a:prstGeom>
          <a:noFill/>
        </p:spPr>
        <p:txBody>
          <a:bodyPr wrap="square" anchor="ctr" lIns="45720" rIns="45720" tIns="18288" bIns="18288"/>
          <a:lstStyle/>
          <a:p>
            <a:pPr>
              <a:spcBef>
                <a:spcPts val="0"/>
              </a:spcBef>
              <a:spcAft>
                <a:spcPts val="0"/>
              </a:spcAft>
              <a:buNone/>
            </a:pPr>
            <a:r>
              <a:rPr sz="1850" b="1">
                <a:solidFill>
                  <a:srgbClr val="003366"/>
                </a:solidFill>
                <a:latin typeface="Roboto Black"/>
                <a:ea typeface="Roboto Black"/>
                <a:cs typeface="Roboto Black"/>
              </a:rPr>
              <a:t>Xoá dấu vết cạnh thật</a:t>
            </a:r>
          </a:p>
        </p:txBody>
      </p:sp>
      <p:sp>
        <p:nvSpPr>
          <p:cNvPr id="37" name="TextBox 37"/>
          <p:cNvSpPr txBox="1"/>
          <p:nvPr/>
        </p:nvSpPr>
        <p:spPr>
          <a:xfrm>
            <a:off x="8354568" y="1828800"/>
            <a:ext cx="3240024" cy="1508760"/>
          </a:xfrm>
          <a:prstGeom prst="rect">
            <a:avLst/>
          </a:prstGeom>
          <a:noFill/>
        </p:spPr>
        <p:txBody>
          <a:bodyPr wrap="square" anchor="t" lIns="45720" rIns="45720" tIns="18288" bIns="18288"/>
          <a:lstStyle/>
          <a:p>
            <a:pPr>
              <a:spcBef>
                <a:spcPts val="0"/>
              </a:spcBef>
              <a:spcAft>
                <a:spcPts val="0"/>
              </a:spcAft>
              <a:buNone/>
            </a:pPr>
            <a:r>
              <a:rPr sz="1650" b="0">
                <a:solidFill>
                  <a:srgbClr val="222222"/>
                </a:solidFill>
                <a:latin typeface="Roboto Medium"/>
                <a:ea typeface="Roboto Medium"/>
                <a:cs typeface="Roboto Medium"/>
              </a:rPr>
              <a:t>Viết lại (paraphrase) câu trả lời để không còn lộ agent nào đã thực sự gửi tin, nhưng vẫn giữ đúng nội dung.</a:t>
            </a:r>
          </a:p>
        </p:txBody>
      </p:sp>
      <p:sp>
        <p:nvSpPr>
          <p:cNvPr id="38" name="Shape 38"/>
          <p:cNvSpPr/>
          <p:nvPr/>
        </p:nvSpPr>
        <p:spPr>
          <a:xfrm>
            <a:off x="411480" y="3703320"/>
            <a:ext cx="5545836" cy="1280160"/>
          </a:xfrm>
          <a:prstGeom prst="roundRect">
            <a:avLst>
              <a:gd name="adj" fmla="val 8000"/>
            </a:avLst>
          </a:prstGeom>
          <a:solidFill>
            <a:srgbClr val="FFFFFF"/>
          </a:solidFill>
          <a:ln w="12700">
            <a:solidFill>
              <a:srgbClr val="003366"/>
            </a:solidFill>
          </a:ln>
          <a:effectLst/>
        </p:spPr>
        <p:txBody>
          <a:bodyPr wrap="square" rtlCol="0" anchor="ctr" lIns="73152" rIns="73152" tIns="36576" bIns="36576"/>
          <a:lstStyle/>
          <a:p>
            <a:pPr algn="ctr">
              <a:spcBef>
                <a:spcPts val="0"/>
              </a:spcBef>
              <a:spcAft>
                <a:spcPts val="0"/>
              </a:spcAft>
              <a:buNone/>
            </a:pPr>
            <a:r>
              <a:rPr sz="1950" b="1">
                <a:solidFill>
                  <a:srgbClr val="003366"/>
                </a:solidFill>
                <a:latin typeface="Roboto Black"/>
                <a:ea typeface="Roboto Black"/>
                <a:cs typeface="Roboto Black"/>
              </a:rPr>
              <a:t>Bên trong hệ thống</a:t>
            </a:r>
          </a:p>
          <a:p>
            <a:pPr algn="ctr">
              <a:spcBef>
                <a:spcPts val="300"/>
              </a:spcBef>
              <a:spcAft>
                <a:spcPts val="0"/>
              </a:spcAft>
              <a:buNone/>
            </a:pPr>
            <a:r>
              <a:rPr sz="1700" b="0">
                <a:solidFill>
                  <a:srgbClr val="222222"/>
                </a:solidFill>
                <a:latin typeface="Roboto Medium"/>
                <a:ea typeface="Roboto Medium"/>
                <a:cs typeface="Roboto Medium"/>
              </a:rPr>
              <a:t>vẫn chạy theo G thật → kết quả gần như không đổi</a:t>
            </a:r>
          </a:p>
        </p:txBody>
      </p:sp>
      <p:sp>
        <p:nvSpPr>
          <p:cNvPr id="39" name="Shape 39"/>
          <p:cNvSpPr/>
          <p:nvPr/>
        </p:nvSpPr>
        <p:spPr>
          <a:xfrm>
            <a:off x="6231636" y="3703320"/>
            <a:ext cx="5545836" cy="1280160"/>
          </a:xfrm>
          <a:prstGeom prst="roundRect">
            <a:avLst>
              <a:gd name="adj" fmla="val 8000"/>
            </a:avLst>
          </a:prstGeom>
          <a:solidFill>
            <a:srgbClr val="FCF4F4"/>
          </a:solidFill>
          <a:ln w="12700">
            <a:solidFill>
              <a:srgbClr val="C00000"/>
            </a:solidFill>
          </a:ln>
          <a:effectLst/>
        </p:spPr>
        <p:txBody>
          <a:bodyPr wrap="square" rtlCol="0" anchor="ctr" lIns="73152" rIns="73152" tIns="36576" bIns="36576"/>
          <a:lstStyle/>
          <a:p>
            <a:pPr algn="ctr">
              <a:spcBef>
                <a:spcPts val="0"/>
              </a:spcBef>
              <a:spcAft>
                <a:spcPts val="0"/>
              </a:spcAft>
              <a:buNone/>
            </a:pPr>
            <a:r>
              <a:rPr sz="1950" b="1">
                <a:solidFill>
                  <a:srgbClr val="C00000"/>
                </a:solidFill>
                <a:latin typeface="Roboto Black"/>
                <a:ea typeface="Roboto Black"/>
                <a:cs typeface="Roboto Black"/>
              </a:rPr>
              <a:t>Bên ngoài (kẻ tấn công thấy)</a:t>
            </a:r>
          </a:p>
          <a:p>
            <a:pPr algn="ctr">
              <a:spcBef>
                <a:spcPts val="300"/>
              </a:spcBef>
              <a:spcAft>
                <a:spcPts val="0"/>
              </a:spcAft>
              <a:buNone/>
            </a:pPr>
            <a:r>
              <a:rPr sz="1700" b="0">
                <a:solidFill>
                  <a:srgbClr val="222222"/>
                </a:solidFill>
                <a:latin typeface="Roboto Medium"/>
                <a:ea typeface="Roboto Medium"/>
                <a:cs typeface="Roboto Medium"/>
              </a:rPr>
              <a:t>dấu vết khớp với G′ → đoán ra đồ thị giả</a:t>
            </a:r>
          </a:p>
        </p:txBody>
      </p:sp>
      <p:sp>
        <p:nvSpPr>
          <p:cNvPr id="40" name="TextBox 40"/>
          <p:cNvSpPr txBox="1"/>
          <p:nvPr/>
        </p:nvSpPr>
        <p:spPr>
          <a:xfrm>
            <a:off x="411480" y="5166360"/>
            <a:ext cx="11365992" cy="731520"/>
          </a:xfrm>
          <a:prstGeom prst="rect">
            <a:avLst/>
          </a:prstGeom>
          <a:noFill/>
        </p:spPr>
        <p:txBody>
          <a:bodyPr wrap="square" anchor="ctr" lIns="45720" rIns="45720" tIns="18288" bIns="18288"/>
          <a:lstStyle/>
          <a:p>
            <a:pPr algn="ctr">
              <a:spcBef>
                <a:spcPts val="0"/>
              </a:spcBef>
              <a:spcAft>
                <a:spcPts val="0"/>
              </a:spcAft>
              <a:buNone/>
            </a:pPr>
            <a:r>
              <a:rPr sz="1700" b="0">
                <a:solidFill>
                  <a:srgbClr val="666666"/>
                </a:solidFill>
                <a:latin typeface="Roboto Medium"/>
                <a:ea typeface="Roboto Medium"/>
                <a:cs typeface="Roboto Medium"/>
              </a:rPr>
              <a:t xml:space="preserve">Bước 2 và 3 chỉ sửa phần </a:t>
            </a:r>
            <a:r>
              <a:rPr sz="1700" b="0" i="1">
                <a:solidFill>
                  <a:srgbClr val="666666"/>
                </a:solidFill>
                <a:latin typeface="Roboto Medium"/>
                <a:ea typeface="Roboto Medium"/>
                <a:cs typeface="Roboto Medium"/>
              </a:rPr>
              <a:t>đưa ra ngoài</a:t>
            </a:r>
            <a:r>
              <a:rPr sz="1700" b="0">
                <a:solidFill>
                  <a:srgbClr val="666666"/>
                </a:solidFill>
                <a:latin typeface="Roboto Medium"/>
                <a:ea typeface="Roboto Medium"/>
                <a:cs typeface="Roboto Medium"/>
              </a:rPr>
              <a:t>, không đụng tới cách các agent thật sự giao tiếp.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photo" descr="p3.jpg"/>
          <p:cNvPicPr>
            <a:picLocks noChangeAspect="1"/>
          </p:cNvPicPr>
          <p:nvPr/>
        </p:nvPicPr>
        <p:blipFill>
          <a:blip r:embed="rId3"/>
          <a:stretch>
            <a:fillRect/>
          </a:stretch>
        </p:blipFill>
        <p:spPr>
          <a:xfrm>
            <a:off x="0" y="0"/>
            <a:ext cx="12191695" cy="6858000"/>
          </a:xfrm>
          <a:prstGeom prst="rect">
            <a:avLst/>
          </a:prstGeom>
        </p:spPr>
      </p:pic>
      <p:pic>
        <p:nvPicPr>
          <p:cNvPr id="3" name="Picture 2" descr="hust_logo.png"/>
          <p:cNvPicPr>
            <a:picLocks noChangeAspect="1"/>
          </p:cNvPicPr>
          <p:nvPr/>
        </p:nvPicPr>
        <p:blipFill>
          <a:blip r:embed="rId4"/>
          <a:stretch>
            <a:fillRect/>
          </a:stretch>
        </p:blipFill>
        <p:spPr>
          <a:xfrm>
            <a:off x="393192" y="274320"/>
            <a:ext cx="3172968" cy="1152144"/>
          </a:xfrm>
          <a:prstGeom prst="rect">
            <a:avLst/>
          </a:prstGeom>
        </p:spPr>
      </p:pic>
      <p:sp>
        <p:nvSpPr>
          <p:cNvPr id="4" name="Part number"/>
          <p:cNvSpPr txBox="1"/>
          <p:nvPr/>
        </p:nvSpPr>
        <p:spPr>
          <a:xfrm>
            <a:off x="749808" y="2176272"/>
            <a:ext cx="1554480" cy="1188720"/>
          </a:xfrm>
          <a:prstGeom prst="rect">
            <a:avLst/>
          </a:prstGeom>
          <a:noFill/>
        </p:spPr>
        <p:txBody>
          <a:bodyPr wrap="square" anchor="t" lIns="45720" rIns="45720" tIns="18288" bIns="18288"/>
          <a:lstStyle/>
          <a:p>
            <a:pPr>
              <a:spcBef>
                <a:spcPts val="0"/>
              </a:spcBef>
              <a:buNone/>
            </a:pPr>
            <a:r>
              <a:rPr sz="8000" b="1">
                <a:solidFill>
                  <a:srgbClr val="C00000"/>
                </a:solidFill>
                <a:latin typeface="Roboto Black"/>
                <a:ea typeface="Roboto Black"/>
                <a:cs typeface="Roboto Black"/>
              </a:rPr>
              <a:t>03</a:t>
            </a:r>
          </a:p>
        </p:txBody>
      </p:sp>
      <p:sp>
        <p:nvSpPr>
          <p:cNvPr id="5" name="TextBox 4"/>
          <p:cNvSpPr txBox="1"/>
          <p:nvPr/>
        </p:nvSpPr>
        <p:spPr>
          <a:xfrm>
            <a:off x="2331720" y="2395728"/>
            <a:ext cx="3657600" cy="365760"/>
          </a:xfrm>
          <a:prstGeom prst="rect">
            <a:avLst/>
          </a:prstGeom>
          <a:noFill/>
        </p:spPr>
        <p:txBody>
          <a:bodyPr wrap="square" anchor="t" lIns="45720" rIns="45720" tIns="18288" bIns="18288"/>
          <a:lstStyle/>
          <a:p>
            <a:pPr>
              <a:spcBef>
                <a:spcPts val="0"/>
              </a:spcBef>
              <a:buNone/>
            </a:pPr>
            <a:r>
              <a:rPr sz="1500" b="1">
                <a:solidFill>
                  <a:srgbClr val="C00000"/>
                </a:solidFill>
                <a:latin typeface="Roboto Black"/>
                <a:ea typeface="Roboto Black"/>
                <a:cs typeface="Roboto Black"/>
              </a:rPr>
              <a:t>PHẦN 3</a:t>
            </a:r>
          </a:p>
        </p:txBody>
      </p:sp>
      <p:sp>
        <p:nvSpPr>
          <p:cNvPr id="6" name="Title"/>
          <p:cNvSpPr txBox="1"/>
          <p:nvPr/>
        </p:nvSpPr>
        <p:spPr>
          <a:xfrm>
            <a:off x="2313432" y="2724912"/>
            <a:ext cx="6400800" cy="731520"/>
          </a:xfrm>
          <a:prstGeom prst="rect">
            <a:avLst/>
          </a:prstGeom>
          <a:noFill/>
        </p:spPr>
        <p:txBody>
          <a:bodyPr wrap="square" anchor="t" lIns="45720" rIns="45720" tIns="18288" bIns="18288"/>
          <a:lstStyle/>
          <a:p>
            <a:pPr>
              <a:spcBef>
                <a:spcPts val="0"/>
              </a:spcBef>
              <a:buNone/>
            </a:pPr>
            <a:r>
              <a:rPr sz="3100" b="1">
                <a:solidFill>
                  <a:srgbClr val="003366"/>
                </a:solidFill>
                <a:latin typeface="Roboto Black"/>
                <a:ea typeface="Roboto Black"/>
                <a:cs typeface="Roboto Black"/>
              </a:rPr>
              <a:t>Orchestration &amp; Control</a:t>
            </a:r>
          </a:p>
        </p:txBody>
      </p:sp>
      <p:sp>
        <p:nvSpPr>
          <p:cNvPr id="7" name="Rectangle 6"/>
          <p:cNvSpPr/>
          <p:nvPr/>
        </p:nvSpPr>
        <p:spPr>
          <a:xfrm>
            <a:off x="841248" y="3657600"/>
            <a:ext cx="1005840" cy="54864"/>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41248" y="3995928"/>
            <a:ext cx="274320" cy="274320"/>
          </a:xfrm>
          <a:prstGeom prst="roundRect">
            <a:avLst>
              <a:gd name="adj" fmla="val 12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41248" y="3995928"/>
            <a:ext cx="274320" cy="274320"/>
          </a:xfrm>
          <a:prstGeom prst="rect">
            <a:avLst/>
          </a:prstGeom>
          <a:noFill/>
        </p:spPr>
        <p:txBody>
          <a:bodyPr wrap="square" anchor="ctr" lIns="0" rIns="0" tIns="0" bIns="0"/>
          <a:lstStyle/>
          <a:p>
            <a:pPr algn="ctr">
              <a:spcBef>
                <a:spcPts val="0"/>
              </a:spcBef>
              <a:buNone/>
            </a:pPr>
            <a:r>
              <a:rPr sz="1100" b="1">
                <a:solidFill>
                  <a:srgbClr val="FFFFFF"/>
                </a:solidFill>
                <a:latin typeface="Roboto Black"/>
                <a:ea typeface="Roboto Black"/>
                <a:cs typeface="Roboto Black"/>
              </a:rPr>
              <a:t>1</a:t>
            </a:r>
          </a:p>
        </p:txBody>
      </p:sp>
      <p:sp>
        <p:nvSpPr>
          <p:cNvPr id="10" name="TextBox 9"/>
          <p:cNvSpPr txBox="1"/>
          <p:nvPr/>
        </p:nvSpPr>
        <p:spPr>
          <a:xfrm>
            <a:off x="1261872" y="3950208"/>
            <a:ext cx="5852160" cy="365760"/>
          </a:xfrm>
          <a:prstGeom prst="rect">
            <a:avLst/>
          </a:prstGeom>
          <a:noFill/>
        </p:spPr>
        <p:txBody>
          <a:bodyPr wrap="square" anchor="ctr" lIns="45720" rIns="45720" tIns="18288" bIns="18288"/>
          <a:lstStyle/>
          <a:p>
            <a:pPr>
              <a:spcBef>
                <a:spcPts val="0"/>
              </a:spcBef>
              <a:buNone/>
            </a:pPr>
            <a:r>
              <a:rPr sz="1600" b="0">
                <a:solidFill>
                  <a:srgbClr val="222B36"/>
                </a:solidFill>
                <a:latin typeface="Roboto Medium"/>
                <a:ea typeface="Roboto Medium"/>
                <a:cs typeface="Roboto Medium"/>
              </a:rPr>
              <a:t>ProgRouter: routing LLM theo tiến độ</a:t>
            </a:r>
          </a:p>
        </p:txBody>
      </p:sp>
      <p:sp>
        <p:nvSpPr>
          <p:cNvPr id="11" name="Rounded Rectangle 10"/>
          <p:cNvSpPr/>
          <p:nvPr/>
        </p:nvSpPr>
        <p:spPr>
          <a:xfrm>
            <a:off x="841248" y="4453128"/>
            <a:ext cx="274320" cy="274320"/>
          </a:xfrm>
          <a:prstGeom prst="roundRect">
            <a:avLst>
              <a:gd name="adj" fmla="val 12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 y="4453128"/>
            <a:ext cx="274320" cy="274320"/>
          </a:xfrm>
          <a:prstGeom prst="rect">
            <a:avLst/>
          </a:prstGeom>
          <a:noFill/>
        </p:spPr>
        <p:txBody>
          <a:bodyPr wrap="square" anchor="ctr" lIns="0" rIns="0" tIns="0" bIns="0"/>
          <a:lstStyle/>
          <a:p>
            <a:pPr algn="ctr">
              <a:spcBef>
                <a:spcPts val="0"/>
              </a:spcBef>
              <a:buNone/>
            </a:pPr>
            <a:r>
              <a:rPr sz="1100" b="1">
                <a:solidFill>
                  <a:srgbClr val="FFFFFF"/>
                </a:solidFill>
                <a:latin typeface="Roboto Black"/>
                <a:ea typeface="Roboto Black"/>
                <a:cs typeface="Roboto Black"/>
              </a:rPr>
              <a:t>2</a:t>
            </a:r>
          </a:p>
        </p:txBody>
      </p:sp>
      <p:sp>
        <p:nvSpPr>
          <p:cNvPr id="13" name="TextBox 12"/>
          <p:cNvSpPr txBox="1"/>
          <p:nvPr/>
        </p:nvSpPr>
        <p:spPr>
          <a:xfrm>
            <a:off x="1261872" y="4407408"/>
            <a:ext cx="5852160" cy="365760"/>
          </a:xfrm>
          <a:prstGeom prst="rect">
            <a:avLst/>
          </a:prstGeom>
          <a:noFill/>
        </p:spPr>
        <p:txBody>
          <a:bodyPr wrap="square" anchor="ctr" lIns="45720" rIns="45720" tIns="18288" bIns="18288"/>
          <a:lstStyle/>
          <a:p>
            <a:pPr>
              <a:spcBef>
                <a:spcPts val="0"/>
              </a:spcBef>
              <a:buNone/>
            </a:pPr>
            <a:r>
              <a:rPr sz="1600" b="0">
                <a:solidFill>
                  <a:srgbClr val="222B36"/>
                </a:solidFill>
                <a:latin typeface="Roboto Medium"/>
                <a:ea typeface="Roboto Medium"/>
                <a:cs typeface="Roboto Medium"/>
              </a:rPr>
              <a:t>HalluProp: dự báo rủi ro trước khi chạy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20040" y="64008"/>
            <a:ext cx="9509760" cy="548640"/>
          </a:xfrm>
          <a:prstGeom prst="rect">
            <a:avLst/>
          </a:prstGeom>
          <a:noFill/>
        </p:spPr>
        <p:txBody>
          <a:bodyPr wrap="square" anchor="ctr" lIns="45720" rIns="45720" tIns="18288" bIns="18288"/>
          <a:lstStyle/>
          <a:p>
            <a:pPr>
              <a:spcBef>
                <a:spcPts val="0"/>
              </a:spcBef>
              <a:buNone/>
            </a:pPr>
            <a:r>
              <a:rPr sz="2200" b="1">
                <a:solidFill>
                  <a:srgbClr val="FFFFFF"/>
                </a:solidFill>
                <a:latin typeface="Roboto Black"/>
                <a:ea typeface="Roboto Black"/>
                <a:cs typeface="Roboto Black"/>
              </a:rPr>
              <a:t>ProgRouter: chọn LLM cho từng bước của workflow</a:t>
            </a:r>
          </a:p>
        </p:txBody>
      </p:sp>
      <p:sp>
        <p:nvSpPr>
          <p:cNvPr id="3" name="Section"/>
          <p:cNvSpPr txBox="1"/>
          <p:nvPr/>
        </p:nvSpPr>
        <p:spPr>
          <a:xfrm>
            <a:off x="9784080" y="64008"/>
            <a:ext cx="2103120" cy="548640"/>
          </a:xfrm>
          <a:prstGeom prst="rect">
            <a:avLst/>
          </a:prstGeom>
          <a:noFill/>
        </p:spPr>
        <p:txBody>
          <a:bodyPr wrap="square" anchor="ctr" lIns="45720" rIns="45720" tIns="18288" bIns="18288"/>
          <a:lstStyle/>
          <a:p>
            <a:pPr algn="r">
              <a:spcBef>
                <a:spcPts val="0"/>
              </a:spcBef>
              <a:buNone/>
            </a:pPr>
            <a:r>
              <a:rPr sz="1100" b="0">
                <a:solidFill>
                  <a:srgbClr val="B8C6D4"/>
                </a:solidFill>
                <a:latin typeface="Roboto Medium"/>
                <a:ea typeface="Roboto Medium"/>
                <a:cs typeface="Roboto Medium"/>
              </a:rPr>
              <a:t>3. Orchestration</a:t>
            </a:r>
          </a:p>
        </p:txBody>
      </p:sp>
      <p:sp>
        <p:nvSpPr>
          <p:cNvPr id="4" name="Slide number"/>
          <p:cNvSpPr txBox="1"/>
          <p:nvPr/>
        </p:nvSpPr>
        <p:spPr>
          <a:xfrm>
            <a:off x="11155680" y="6199632"/>
            <a:ext cx="731520" cy="256032"/>
          </a:xfrm>
          <a:prstGeom prst="rect">
            <a:avLst/>
          </a:prstGeom>
          <a:noFill/>
        </p:spPr>
        <p:txBody>
          <a:bodyPr wrap="square" anchor="t" lIns="45720" rIns="45720" tIns="18288" bIns="18288"/>
          <a:lstStyle/>
          <a:p>
            <a:pPr algn="r">
              <a:spcBef>
                <a:spcPts val="0"/>
              </a:spcBef>
              <a:buNone/>
            </a:pPr>
            <a:r>
              <a:rPr sz="1000" b="0">
                <a:solidFill>
                  <a:srgbClr val="666666"/>
                </a:solidFill>
                <a:latin typeface="Roboto Medium"/>
                <a:ea typeface="Roboto Medium"/>
                <a:cs typeface="Roboto Medium"/>
              </a:rPr>
              <a:t>18</a:t>
            </a:r>
          </a:p>
        </p:txBody>
      </p:sp>
      <p:sp>
        <p:nvSpPr>
          <p:cNvPr id="5" name="HUST footer name mask"/>
          <p:cNvSpPr/>
          <p:nvPr/>
        </p:nvSpPr>
        <p:spPr>
          <a:xfrm>
            <a:off x="649224" y="6126480"/>
            <a:ext cx="3273552" cy="5212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HUST footer Vietnamese name"/>
          <p:cNvSpPr txBox="1"/>
          <p:nvPr/>
        </p:nvSpPr>
        <p:spPr>
          <a:xfrm>
            <a:off x="667512" y="6135624"/>
            <a:ext cx="3236976" cy="256032"/>
          </a:xfrm>
          <a:prstGeom prst="rect">
            <a:avLst/>
          </a:prstGeom>
          <a:noFill/>
        </p:spPr>
        <p:txBody>
          <a:bodyPr wrap="square" anchor="t" lIns="0" rIns="0" tIns="0" bIns="0"/>
          <a:lstStyle/>
          <a:p>
            <a:pPr>
              <a:spcBef>
                <a:spcPts val="0"/>
              </a:spcBef>
              <a:buNone/>
            </a:pPr>
            <a:r>
              <a:rPr sz="1688" b="1">
                <a:solidFill>
                  <a:srgbClr val="3F3F3F"/>
                </a:solidFill>
                <a:latin typeface="Roboto Black"/>
                <a:ea typeface="Roboto Black"/>
                <a:cs typeface="Roboto Black"/>
              </a:rPr>
              <a:t>ĐẠI HỌC BÁCH KHOA HÀ NỘI</a:t>
            </a:r>
          </a:p>
        </p:txBody>
      </p:sp>
      <p:sp>
        <p:nvSpPr>
          <p:cNvPr id="7" name="HUST footer English name"/>
          <p:cNvSpPr txBox="1"/>
          <p:nvPr/>
        </p:nvSpPr>
        <p:spPr>
          <a:xfrm>
            <a:off x="667512" y="6391656"/>
            <a:ext cx="3236976" cy="219456"/>
          </a:xfrm>
          <a:prstGeom prst="rect">
            <a:avLst/>
          </a:prstGeom>
          <a:noFill/>
        </p:spPr>
        <p:txBody>
          <a:bodyPr wrap="square" anchor="t" lIns="0" rIns="0" tIns="0" bIns="0"/>
          <a:lstStyle/>
          <a:p>
            <a:pPr>
              <a:spcBef>
                <a:spcPts val="0"/>
              </a:spcBef>
              <a:buNone/>
            </a:pPr>
            <a:r>
              <a:rPr sz="1000" b="0">
                <a:solidFill>
                  <a:srgbClr val="3F3F3F"/>
                </a:solidFill>
                <a:latin typeface="Roboto Medium"/>
                <a:ea typeface="Roboto Medium"/>
                <a:cs typeface="Roboto Medium"/>
              </a:rPr>
              <a:t>HANOI UNIVERSITY OF SCIENCE AND TECHNOLOGY</a:t>
            </a:r>
          </a:p>
        </p:txBody>
      </p:sp>
      <p:sp>
        <p:nvSpPr>
          <p:cNvPr id="8" name="TextBox 7"/>
          <p:cNvSpPr txBox="1"/>
          <p:nvPr/>
        </p:nvSpPr>
        <p:spPr>
          <a:xfrm>
            <a:off x="411480" y="914400"/>
            <a:ext cx="5852160" cy="3291840"/>
          </a:xfrm>
          <a:prstGeom prst="rect">
            <a:avLst/>
          </a:prstGeom>
          <a:noFill/>
        </p:spPr>
        <p:txBody>
          <a:bodyPr wrap="square" anchor="t" lIns="45720" rIns="45720" tIns="18288" bIns="18288"/>
          <a:lstStyle/>
          <a:p>
            <a:pPr>
              <a:spcBef>
                <a:spcPts val="0"/>
              </a:spcBef>
              <a:buNone/>
            </a:pPr>
            <a:r>
              <a:rPr sz="2000" b="1">
                <a:solidFill>
                  <a:srgbClr val="003366"/>
                </a:solidFill>
                <a:latin typeface="Roboto Black"/>
                <a:ea typeface="Roboto Black"/>
                <a:cs typeface="Roboto Black"/>
              </a:rPr>
              <a:t>Bài toán</a:t>
            </a:r>
          </a:p>
          <a:p>
            <a:pPr marL="133858" indent="-133858">
              <a:spcBef>
                <a:spcPts val="500"/>
              </a:spcBef>
              <a:buClr>
                <a:srgbClr val="C00000"/>
              </a:buClr>
              <a:buFont typeface="Arial"/>
              <a:buChar char="•"/>
            </a:pPr>
            <a:r>
              <a:rPr sz="1700" b="0">
                <a:solidFill>
                  <a:srgbClr val="222222"/>
                </a:solidFill>
                <a:latin typeface="Roboto Medium"/>
                <a:ea typeface="Roboto Medium"/>
                <a:cs typeface="Roboto Medium"/>
              </a:rPr>
              <a:t>Router cũ quyết định </a:t>
            </a:r>
            <a:r>
              <a:rPr sz="1700" b="1">
                <a:solidFill>
                  <a:srgbClr val="003366"/>
                </a:solidFill>
                <a:latin typeface="Roboto Black"/>
                <a:ea typeface="Roboto Black"/>
                <a:cs typeface="Roboto Black"/>
              </a:rPr>
              <a:t>1 lần/câu hỏi</a:t>
            </a:r>
            <a:r>
              <a:rPr sz="1700" b="0">
                <a:solidFill>
                  <a:srgbClr val="222222"/>
                </a:solidFill>
                <a:latin typeface="Roboto Medium"/>
                <a:ea typeface="Roboto Medium"/>
                <a:cs typeface="Roboto Medium"/>
              </a:rPr>
              <a:t>; workflow cần quyết định </a:t>
            </a:r>
            <a:r>
              <a:rPr sz="1700" b="1">
                <a:solidFill>
                  <a:srgbClr val="003366"/>
                </a:solidFill>
                <a:latin typeface="Roboto Black"/>
                <a:ea typeface="Roboto Black"/>
                <a:cs typeface="Roboto Black"/>
              </a:rPr>
              <a:t>từng bước</a:t>
            </a:r>
            <a:r>
              <a:rPr sz="1700" b="0">
                <a:solidFill>
                  <a:srgbClr val="222222"/>
                </a:solidFill>
                <a:latin typeface="Roboto Medium"/>
                <a:ea typeface="Roboto Medium"/>
                <a:cs typeface="Roboto Medium"/>
              </a:rPr>
              <a:t>.</a:t>
            </a:r>
          </a:p>
          <a:p>
            <a:pPr>
              <a:spcBef>
                <a:spcPts val="1200"/>
              </a:spcBef>
              <a:buNone/>
            </a:pPr>
            <a:r>
              <a:rPr sz="2000" b="1">
                <a:solidFill>
                  <a:srgbClr val="003366"/>
                </a:solidFill>
                <a:latin typeface="Roboto Black"/>
                <a:ea typeface="Roboto Black"/>
                <a:cs typeface="Roboto Black"/>
              </a:rPr>
              <a:t>Ba thành phần</a:t>
            </a:r>
          </a:p>
          <a:p>
            <a:pPr marL="133858" indent="-133858">
              <a:spcBef>
                <a:spcPts val="500"/>
              </a:spcBef>
              <a:buClr>
                <a:srgbClr val="C00000"/>
              </a:buClr>
              <a:buFont typeface="Arial"/>
              <a:buChar char="•"/>
            </a:pPr>
            <a:r>
              <a:rPr sz="1700" b="1">
                <a:solidFill>
                  <a:srgbClr val="003366"/>
                </a:solidFill>
                <a:latin typeface="Roboto Black"/>
                <a:ea typeface="Roboto Black"/>
                <a:cs typeface="Roboto Black"/>
              </a:rPr>
              <a:t>Progress scorer</a:t>
            </a:r>
            <a:r>
              <a:rPr sz="1700" b="0">
                <a:solidFill>
                  <a:srgbClr val="222222"/>
                </a:solidFill>
                <a:latin typeface="Roboto Medium"/>
                <a:ea typeface="Roboto Medium"/>
                <a:cs typeface="Roboto Medium"/>
              </a:rPr>
              <a:t> g(s_t) ∈ [0,1].</a:t>
            </a:r>
          </a:p>
          <a:p>
            <a:pPr marL="133858" indent="-133858">
              <a:spcBef>
                <a:spcPts val="500"/>
              </a:spcBef>
              <a:buClr>
                <a:srgbClr val="C00000"/>
              </a:buClr>
              <a:buFont typeface="Arial"/>
              <a:buChar char="•"/>
            </a:pPr>
            <a:r>
              <a:rPr sz="1700" b="1">
                <a:solidFill>
                  <a:srgbClr val="003366"/>
                </a:solidFill>
                <a:latin typeface="Roboto Black"/>
                <a:ea typeface="Roboto Black"/>
                <a:cs typeface="Roboto Black"/>
              </a:rPr>
              <a:t>Predictor</a:t>
            </a:r>
            <a:r>
              <a:rPr sz="1700" b="0">
                <a:solidFill>
                  <a:srgbClr val="222222"/>
                </a:solidFill>
                <a:latin typeface="Roboto Medium"/>
                <a:ea typeface="Roboto Medium"/>
                <a:cs typeface="Roboto Medium"/>
              </a:rPr>
              <a:t> hai nhánh + XGBoost meta-learner.</a:t>
            </a:r>
          </a:p>
          <a:p>
            <a:pPr marL="133858" indent="-133858">
              <a:spcBef>
                <a:spcPts val="500"/>
              </a:spcBef>
              <a:buClr>
                <a:srgbClr val="C00000"/>
              </a:buClr>
              <a:buFont typeface="Arial"/>
              <a:buChar char="•"/>
            </a:pPr>
            <a:r>
              <a:rPr sz="1700" b="1">
                <a:solidFill>
                  <a:srgbClr val="003366"/>
                </a:solidFill>
                <a:latin typeface="Roboto Black"/>
                <a:ea typeface="Roboto Black"/>
                <a:cs typeface="Roboto Black"/>
              </a:rPr>
              <a:t>Lyapunov drift-plus-penalty</a:t>
            </a:r>
            <a:r>
              <a:rPr sz="1700" b="0">
                <a:solidFill>
                  <a:srgbClr val="222222"/>
                </a:solidFill>
                <a:latin typeface="Roboto Medium"/>
                <a:ea typeface="Roboto Medium"/>
                <a:cs typeface="Roboto Medium"/>
              </a:rPr>
              <a:t> với ngân sách năng lượng.</a:t>
            </a:r>
          </a:p>
        </p:txBody>
      </p:sp>
      <p:sp>
        <p:nvSpPr>
          <p:cNvPr id="9" name="Rectangle 8"/>
          <p:cNvSpPr/>
          <p:nvPr/>
        </p:nvSpPr>
        <p:spPr>
          <a:xfrm>
            <a:off x="411480" y="4343400"/>
            <a:ext cx="5852160" cy="1600200"/>
          </a:xfrm>
          <a:prstGeom prst="rect">
            <a:avLst/>
          </a:prstGeom>
          <a:solidFill>
            <a:srgbClr val="F3F6FB"/>
          </a:solidFill>
          <a:ln w="9525">
            <a:solidFill>
              <a:srgbClr val="CFD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411480" y="4343400"/>
            <a:ext cx="5852160" cy="54864"/>
          </a:xfrm>
          <a:prstGeom prst="rect">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57784" y="4453128"/>
            <a:ext cx="5577840" cy="1417320"/>
          </a:xfrm>
          <a:prstGeom prst="rect">
            <a:avLst/>
          </a:prstGeom>
          <a:noFill/>
        </p:spPr>
        <p:txBody>
          <a:bodyPr wrap="square" anchor="t" lIns="45720" rIns="45720" tIns="18288" bIns="18288"/>
          <a:lstStyle/>
          <a:p>
            <a:pPr>
              <a:spcBef>
                <a:spcPts val="0"/>
              </a:spcBef>
              <a:buNone/>
            </a:pPr>
            <a:r>
              <a:rPr sz="1600" b="1">
                <a:solidFill>
                  <a:srgbClr val="003366"/>
                </a:solidFill>
                <a:latin typeface="Roboto Black"/>
                <a:ea typeface="Roboto Black"/>
                <a:cs typeface="Roboto Black"/>
              </a:rPr>
              <a:t>Điểm định tuyến</a:t>
            </a:r>
          </a:p>
          <a:p>
            <a:pPr>
              <a:spcBef>
                <a:spcPts val="600"/>
              </a:spcBef>
              <a:buNone/>
            </a:pPr>
            <a:r>
              <a:rPr sz="1550" b="1">
                <a:solidFill>
                  <a:srgbClr val="003366"/>
                </a:solidFill>
                <a:latin typeface="Roboto Black"/>
                <a:ea typeface="Roboto Black"/>
                <a:cs typeface="Roboto Black"/>
              </a:rPr>
              <a:t>score(m) = V·(1−g)·ŷ(m) − Q·(E(m)−Ē) − c_Γ·Γ(m) − c_E·E(m)</a:t>
            </a:r>
          </a:p>
          <a:p>
            <a:pPr>
              <a:spcBef>
                <a:spcPts val="400"/>
              </a:spcBef>
              <a:buNone/>
            </a:pPr>
            <a:r>
              <a:rPr sz="1400" b="0">
                <a:solidFill>
                  <a:srgbClr val="666666"/>
                </a:solidFill>
                <a:latin typeface="Roboto Medium"/>
                <a:ea typeface="Roboto Medium"/>
                <a:cs typeface="Roboto Medium"/>
              </a:rPr>
              <a:t>Tiến độ có giá trị hơn khi tác vụ còn xa đích.</a:t>
            </a:r>
          </a:p>
        </p:txBody>
      </p:sp>
      <p:sp>
        <p:nvSpPr>
          <p:cNvPr id="12" name="TextBox 11"/>
          <p:cNvSpPr txBox="1"/>
          <p:nvPr/>
        </p:nvSpPr>
        <p:spPr>
          <a:xfrm>
            <a:off x="6492240" y="914400"/>
            <a:ext cx="5285232" cy="365760"/>
          </a:xfrm>
          <a:prstGeom prst="rect">
            <a:avLst/>
          </a:prstGeom>
          <a:noFill/>
        </p:spPr>
        <p:txBody>
          <a:bodyPr wrap="square" anchor="t" lIns="45720" rIns="45720" tIns="18288" bIns="18288"/>
          <a:lstStyle/>
          <a:p>
            <a:pPr>
              <a:spcBef>
                <a:spcPts val="0"/>
              </a:spcBef>
              <a:buNone/>
            </a:pPr>
            <a:r>
              <a:rPr sz="1300" b="1">
                <a:solidFill>
                  <a:srgbClr val="666666"/>
                </a:solidFill>
                <a:latin typeface="Roboto Black"/>
                <a:ea typeface="Roboto Black"/>
                <a:cs typeface="Roboto Black"/>
              </a:rPr>
              <a:t>Accuracy % / năng lượng J (in đỏ: vượt ngân sách)</a:t>
            </a:r>
          </a:p>
        </p:txBody>
      </p:sp>
      <p:graphicFrame>
        <p:nvGraphicFramePr>
          <p:cNvPr id="13" name="Table 12"/>
          <p:cNvGraphicFramePr>
            <a:graphicFrameLocks noGrp="1"/>
          </p:cNvGraphicFramePr>
          <p:nvPr/>
        </p:nvGraphicFramePr>
        <p:xfrm>
          <a:off x="6492240" y="1298448"/>
          <a:ext cx="5285232" cy="2011680"/>
        </p:xfrm>
        <a:graphic>
          <a:graphicData uri="http://schemas.openxmlformats.org/drawingml/2006/table">
            <a:tbl>
              <a:tblPr firstRow="0" bandRow="0"/>
              <a:tblGrid>
                <a:gridCol w="1353312"/>
                <a:gridCol w="1325880"/>
                <a:gridCol w="1325880"/>
                <a:gridCol w="1280160"/>
              </a:tblGrid>
              <a:tr h="502920">
                <a:tc>
                  <a:txBody>
                    <a:bodyPr wrap="square"/>
                    <a:lstStyle/>
                    <a:p>
                      <a:pPr>
                        <a:spcBef>
                          <a:spcPts val="0"/>
                        </a:spcBef>
                        <a:buNone/>
                      </a:pPr>
                      <a:r>
                        <a:rPr sz="1400" b="1">
                          <a:solidFill>
                            <a:srgbClr val="FFFFFF"/>
                          </a:solidFill>
                          <a:latin typeface="Roboto Black"/>
                          <a:ea typeface="Roboto Black"/>
                          <a:cs typeface="Roboto Black"/>
                        </a:rPr>
                        <a:t>Method</a:t>
                      </a:r>
                    </a:p>
                  </a:txBody>
                  <a:tcPr marL="54864" marR="54864" marT="27432" marB="27432" anchor="ctr">
                    <a:solidFill>
                      <a:srgbClr val="003366"/>
                    </a:solidFill>
                  </a:tcPr>
                </a:tc>
                <a:tc>
                  <a:txBody>
                    <a:bodyPr wrap="square"/>
                    <a:lstStyle/>
                    <a:p>
                      <a:pPr>
                        <a:spcBef>
                          <a:spcPts val="0"/>
                        </a:spcBef>
                        <a:buNone/>
                      </a:pPr>
                      <a:r>
                        <a:rPr sz="1400" b="1">
                          <a:solidFill>
                            <a:srgbClr val="FFFFFF"/>
                          </a:solidFill>
                          <a:latin typeface="Roboto Black"/>
                          <a:ea typeface="Roboto Black"/>
                          <a:cs typeface="Roboto Black"/>
                        </a:rPr>
                        <a:t>HumanEval+</a:t>
                      </a:r>
                    </a:p>
                  </a:txBody>
                  <a:tcPr marL="54864" marR="54864" marT="27432" marB="27432" anchor="ctr">
                    <a:solidFill>
                      <a:srgbClr val="003366"/>
                    </a:solidFill>
                  </a:tcPr>
                </a:tc>
                <a:tc>
                  <a:txBody>
                    <a:bodyPr wrap="square"/>
                    <a:lstStyle/>
                    <a:p>
                      <a:pPr>
                        <a:spcBef>
                          <a:spcPts val="0"/>
                        </a:spcBef>
                        <a:buNone/>
                      </a:pPr>
                      <a:r>
                        <a:rPr sz="1400" b="1">
                          <a:solidFill>
                            <a:srgbClr val="FFFFFF"/>
                          </a:solidFill>
                          <a:latin typeface="Roboto Black"/>
                          <a:ea typeface="Roboto Black"/>
                          <a:cs typeface="Roboto Black"/>
                        </a:rPr>
                        <a:t>MBPP</a:t>
                      </a:r>
                    </a:p>
                  </a:txBody>
                  <a:tcPr marL="54864" marR="54864" marT="27432" marB="27432" anchor="ctr">
                    <a:solidFill>
                      <a:srgbClr val="003366"/>
                    </a:solidFill>
                  </a:tcPr>
                </a:tc>
                <a:tc>
                  <a:txBody>
                    <a:bodyPr wrap="square"/>
                    <a:lstStyle/>
                    <a:p>
                      <a:pPr>
                        <a:spcBef>
                          <a:spcPts val="0"/>
                        </a:spcBef>
                        <a:buNone/>
                      </a:pPr>
                      <a:r>
                        <a:rPr sz="1400" b="1">
                          <a:solidFill>
                            <a:srgbClr val="FFFFFF"/>
                          </a:solidFill>
                          <a:latin typeface="Roboto Black"/>
                          <a:ea typeface="Roboto Black"/>
                          <a:cs typeface="Roboto Black"/>
                        </a:rPr>
                        <a:t>MATH-500</a:t>
                      </a:r>
                    </a:p>
                  </a:txBody>
                  <a:tcPr marL="54864" marR="54864" marT="27432" marB="27432" anchor="ctr">
                    <a:solidFill>
                      <a:srgbClr val="003366"/>
                    </a:solidFill>
                  </a:tcPr>
                </a:tc>
              </a:tr>
              <a:tr h="502920">
                <a:tc>
                  <a:txBody>
                    <a:bodyPr wrap="square"/>
                    <a:lstStyle/>
                    <a:p>
                      <a:pPr>
                        <a:spcBef>
                          <a:spcPts val="0"/>
                        </a:spcBef>
                        <a:buNone/>
                      </a:pPr>
                      <a:r>
                        <a:rPr sz="1400" b="1">
                          <a:solidFill>
                            <a:srgbClr val="003366"/>
                          </a:solidFill>
                          <a:latin typeface="Roboto Black"/>
                          <a:ea typeface="Roboto Black"/>
                          <a:cs typeface="Roboto Black"/>
                        </a:rPr>
                        <a:t>MasRouter</a:t>
                      </a:r>
                    </a:p>
                  </a:txBody>
                  <a:tcPr marL="54864" marR="54864" marT="27432" marB="27432" anchor="ctr">
                    <a:solidFill>
                      <a:srgbClr val="FFFFFF"/>
                    </a:solidFill>
                  </a:tcPr>
                </a:tc>
                <a:tc>
                  <a:txBody>
                    <a:bodyPr wrap="square"/>
                    <a:lstStyle/>
                    <a:p>
                      <a:pPr>
                        <a:spcBef>
                          <a:spcPts val="0"/>
                        </a:spcBef>
                        <a:buNone/>
                      </a:pPr>
                      <a:r>
                        <a:rPr sz="1400" b="0">
                          <a:solidFill>
                            <a:srgbClr val="222222"/>
                          </a:solidFill>
                          <a:latin typeface="Roboto Medium"/>
                          <a:ea typeface="Roboto Medium"/>
                          <a:cs typeface="Roboto Medium"/>
                        </a:rPr>
                        <a:t>90.9 / 4483</a:t>
                      </a:r>
                    </a:p>
                  </a:txBody>
                  <a:tcPr marL="54864" marR="54864" marT="27432" marB="27432" anchor="ctr">
                    <a:solidFill>
                      <a:srgbClr val="FFFFFF"/>
                    </a:solidFill>
                  </a:tcPr>
                </a:tc>
                <a:tc>
                  <a:txBody>
                    <a:bodyPr wrap="square"/>
                    <a:lstStyle/>
                    <a:p>
                      <a:pPr>
                        <a:spcBef>
                          <a:spcPts val="0"/>
                        </a:spcBef>
                        <a:buNone/>
                      </a:pPr>
                      <a:r>
                        <a:rPr sz="1400" b="0">
                          <a:solidFill>
                            <a:srgbClr val="222222"/>
                          </a:solidFill>
                          <a:latin typeface="Roboto Medium"/>
                          <a:ea typeface="Roboto Medium"/>
                          <a:cs typeface="Roboto Medium"/>
                        </a:rPr>
                        <a:t>67.8 / 3700</a:t>
                      </a:r>
                    </a:p>
                  </a:txBody>
                  <a:tcPr marL="54864" marR="54864" marT="27432" marB="27432" anchor="ctr">
                    <a:solidFill>
                      <a:srgbClr val="FFFFFF"/>
                    </a:solidFill>
                  </a:tcPr>
                </a:tc>
                <a:tc>
                  <a:txBody>
                    <a:bodyPr wrap="square"/>
                    <a:lstStyle/>
                    <a:p>
                      <a:pPr>
                        <a:spcBef>
                          <a:spcPts val="0"/>
                        </a:spcBef>
                        <a:buNone/>
                      </a:pPr>
                      <a:r>
                        <a:rPr sz="1400" b="1">
                          <a:solidFill>
                            <a:srgbClr val="C00000"/>
                          </a:solidFill>
                          <a:latin typeface="Roboto Black"/>
                          <a:ea typeface="Roboto Black"/>
                          <a:cs typeface="Roboto Black"/>
                        </a:rPr>
                        <a:t>73.6 / 8294</a:t>
                      </a:r>
                    </a:p>
                  </a:txBody>
                  <a:tcPr marL="54864" marR="54864" marT="27432" marB="27432" anchor="ctr">
                    <a:solidFill>
                      <a:srgbClr val="FFFFFF"/>
                    </a:solidFill>
                  </a:tcPr>
                </a:tc>
              </a:tr>
              <a:tr h="502920">
                <a:tc>
                  <a:txBody>
                    <a:bodyPr wrap="square"/>
                    <a:lstStyle/>
                    <a:p>
                      <a:pPr>
                        <a:spcBef>
                          <a:spcPts val="0"/>
                        </a:spcBef>
                        <a:buNone/>
                      </a:pPr>
                      <a:r>
                        <a:rPr sz="1400" b="1">
                          <a:solidFill>
                            <a:srgbClr val="003366"/>
                          </a:solidFill>
                          <a:latin typeface="Roboto Black"/>
                          <a:ea typeface="Roboto Black"/>
                          <a:cs typeface="Roboto Black"/>
                        </a:rPr>
                        <a:t>CASCADIA</a:t>
                      </a:r>
                    </a:p>
                  </a:txBody>
                  <a:tcPr marL="54864" marR="54864" marT="27432" marB="27432" anchor="ctr">
                    <a:solidFill>
                      <a:srgbClr val="F3F6FB"/>
                    </a:solidFill>
                  </a:tcPr>
                </a:tc>
                <a:tc>
                  <a:txBody>
                    <a:bodyPr wrap="square"/>
                    <a:lstStyle/>
                    <a:p>
                      <a:pPr>
                        <a:spcBef>
                          <a:spcPts val="0"/>
                        </a:spcBef>
                        <a:buNone/>
                      </a:pPr>
                      <a:r>
                        <a:rPr sz="1400" b="0">
                          <a:solidFill>
                            <a:srgbClr val="222222"/>
                          </a:solidFill>
                          <a:latin typeface="Roboto Medium"/>
                          <a:ea typeface="Roboto Medium"/>
                          <a:cs typeface="Roboto Medium"/>
                        </a:rPr>
                        <a:t>84.8 / 4658</a:t>
                      </a:r>
                    </a:p>
                  </a:txBody>
                  <a:tcPr marL="54864" marR="54864" marT="27432" marB="27432" anchor="ctr">
                    <a:solidFill>
                      <a:srgbClr val="F3F6FB"/>
                    </a:solidFill>
                  </a:tcPr>
                </a:tc>
                <a:tc>
                  <a:txBody>
                    <a:bodyPr wrap="square"/>
                    <a:lstStyle/>
                    <a:p>
                      <a:pPr>
                        <a:spcBef>
                          <a:spcPts val="0"/>
                        </a:spcBef>
                        <a:buNone/>
                      </a:pPr>
                      <a:r>
                        <a:rPr sz="1400" b="0">
                          <a:solidFill>
                            <a:srgbClr val="222222"/>
                          </a:solidFill>
                          <a:latin typeface="Roboto Medium"/>
                          <a:ea typeface="Roboto Medium"/>
                          <a:cs typeface="Roboto Medium"/>
                        </a:rPr>
                        <a:t>78.5 / 3857</a:t>
                      </a:r>
                    </a:p>
                  </a:txBody>
                  <a:tcPr marL="54864" marR="54864" marT="27432" marB="27432" anchor="ctr">
                    <a:solidFill>
                      <a:srgbClr val="F3F6FB"/>
                    </a:solidFill>
                  </a:tcPr>
                </a:tc>
                <a:tc>
                  <a:txBody>
                    <a:bodyPr wrap="square"/>
                    <a:lstStyle/>
                    <a:p>
                      <a:pPr>
                        <a:spcBef>
                          <a:spcPts val="0"/>
                        </a:spcBef>
                        <a:buNone/>
                      </a:pPr>
                      <a:r>
                        <a:rPr sz="1400" b="1">
                          <a:solidFill>
                            <a:srgbClr val="003366"/>
                          </a:solidFill>
                          <a:latin typeface="Roboto Black"/>
                          <a:ea typeface="Roboto Black"/>
                          <a:cs typeface="Roboto Black"/>
                        </a:rPr>
                        <a:t>87.8</a:t>
                      </a:r>
                      <a:r>
                        <a:rPr sz="1400" b="0">
                          <a:solidFill>
                            <a:srgbClr val="222222"/>
                          </a:solidFill>
                          <a:latin typeface="Roboto Medium"/>
                          <a:ea typeface="Roboto Medium"/>
                          <a:cs typeface="Roboto Medium"/>
                        </a:rPr>
                        <a:t> / 6875</a:t>
                      </a:r>
                    </a:p>
                  </a:txBody>
                  <a:tcPr marL="54864" marR="54864" marT="27432" marB="27432" anchor="ctr">
                    <a:solidFill>
                      <a:srgbClr val="F3F6FB"/>
                    </a:solidFill>
                  </a:tcPr>
                </a:tc>
              </a:tr>
              <a:tr h="502920">
                <a:tc>
                  <a:txBody>
                    <a:bodyPr wrap="square"/>
                    <a:lstStyle/>
                    <a:p>
                      <a:pPr>
                        <a:spcBef>
                          <a:spcPts val="0"/>
                        </a:spcBef>
                        <a:buNone/>
                      </a:pPr>
                      <a:r>
                        <a:rPr sz="1400" b="1">
                          <a:solidFill>
                            <a:srgbClr val="C00000"/>
                          </a:solidFill>
                          <a:latin typeface="Roboto Black"/>
                          <a:ea typeface="Roboto Black"/>
                          <a:cs typeface="Roboto Black"/>
                        </a:rPr>
                        <a:t>ProgRouter</a:t>
                      </a:r>
                    </a:p>
                  </a:txBody>
                  <a:tcPr marL="54864" marR="54864" marT="27432" marB="27432" anchor="ctr">
                    <a:solidFill>
                      <a:srgbClr val="FCF4F4"/>
                    </a:solidFill>
                  </a:tcPr>
                </a:tc>
                <a:tc>
                  <a:txBody>
                    <a:bodyPr wrap="square"/>
                    <a:lstStyle/>
                    <a:p>
                      <a:pPr>
                        <a:spcBef>
                          <a:spcPts val="0"/>
                        </a:spcBef>
                        <a:buNone/>
                      </a:pPr>
                      <a:r>
                        <a:rPr sz="1400" b="1">
                          <a:solidFill>
                            <a:srgbClr val="003366"/>
                          </a:solidFill>
                          <a:latin typeface="Roboto Black"/>
                          <a:ea typeface="Roboto Black"/>
                          <a:cs typeface="Roboto Black"/>
                        </a:rPr>
                        <a:t>93.0</a:t>
                      </a:r>
                      <a:r>
                        <a:rPr sz="1400" b="0">
                          <a:solidFill>
                            <a:srgbClr val="222222"/>
                          </a:solidFill>
                          <a:latin typeface="Roboto Medium"/>
                          <a:ea typeface="Roboto Medium"/>
                          <a:cs typeface="Roboto Medium"/>
                        </a:rPr>
                        <a:t> / 4796</a:t>
                      </a:r>
                    </a:p>
                  </a:txBody>
                  <a:tcPr marL="54864" marR="54864" marT="27432" marB="27432" anchor="ctr">
                    <a:solidFill>
                      <a:srgbClr val="FCF4F4"/>
                    </a:solidFill>
                  </a:tcPr>
                </a:tc>
                <a:tc>
                  <a:txBody>
                    <a:bodyPr wrap="square"/>
                    <a:lstStyle/>
                    <a:p>
                      <a:pPr>
                        <a:spcBef>
                          <a:spcPts val="0"/>
                        </a:spcBef>
                        <a:buNone/>
                      </a:pPr>
                      <a:r>
                        <a:rPr sz="1400" b="1">
                          <a:solidFill>
                            <a:srgbClr val="003366"/>
                          </a:solidFill>
                          <a:latin typeface="Roboto Black"/>
                          <a:ea typeface="Roboto Black"/>
                          <a:cs typeface="Roboto Black"/>
                        </a:rPr>
                        <a:t>79.4 / 3376</a:t>
                      </a:r>
                    </a:p>
                  </a:txBody>
                  <a:tcPr marL="54864" marR="54864" marT="27432" marB="27432" anchor="ctr">
                    <a:solidFill>
                      <a:srgbClr val="FCF4F4"/>
                    </a:solidFill>
                  </a:tcPr>
                </a:tc>
                <a:tc>
                  <a:txBody>
                    <a:bodyPr wrap="square"/>
                    <a:lstStyle/>
                    <a:p>
                      <a:pPr>
                        <a:spcBef>
                          <a:spcPts val="0"/>
                        </a:spcBef>
                        <a:buNone/>
                      </a:pPr>
                      <a:r>
                        <a:rPr sz="1400" b="0">
                          <a:solidFill>
                            <a:srgbClr val="222222"/>
                          </a:solidFill>
                          <a:latin typeface="Roboto Medium"/>
                          <a:ea typeface="Roboto Medium"/>
                          <a:cs typeface="Roboto Medium"/>
                        </a:rPr>
                        <a:t>84.3 / </a:t>
                      </a:r>
                      <a:r>
                        <a:rPr sz="1400" b="1">
                          <a:solidFill>
                            <a:srgbClr val="003366"/>
                          </a:solidFill>
                          <a:latin typeface="Roboto Black"/>
                          <a:ea typeface="Roboto Black"/>
                          <a:cs typeface="Roboto Black"/>
                        </a:rPr>
                        <a:t>6112</a:t>
                      </a:r>
                    </a:p>
                  </a:txBody>
                  <a:tcPr marL="54864" marR="54864" marT="27432" marB="27432" anchor="ctr">
                    <a:solidFill>
                      <a:srgbClr val="FCF4F4"/>
                    </a:solidFill>
                  </a:tcPr>
                </a:tc>
              </a:tr>
            </a:tbl>
          </a:graphicData>
        </a:graphic>
      </p:graphicFrame>
      <p:sp>
        <p:nvSpPr>
          <p:cNvPr id="14" name="TextBox 13"/>
          <p:cNvSpPr txBox="1"/>
          <p:nvPr/>
        </p:nvSpPr>
        <p:spPr>
          <a:xfrm>
            <a:off x="6492240" y="3520440"/>
            <a:ext cx="2560320" cy="685800"/>
          </a:xfrm>
          <a:prstGeom prst="rect">
            <a:avLst/>
          </a:prstGeom>
          <a:noFill/>
        </p:spPr>
        <p:txBody>
          <a:bodyPr wrap="square" anchor="t" lIns="45720" rIns="45720" tIns="18288" bIns="18288"/>
          <a:lstStyle/>
          <a:p>
            <a:pPr>
              <a:spcBef>
                <a:spcPts val="0"/>
              </a:spcBef>
              <a:buNone/>
            </a:pPr>
            <a:r>
              <a:rPr sz="3200" b="1">
                <a:solidFill>
                  <a:srgbClr val="003366"/>
                </a:solidFill>
                <a:latin typeface="Roboto Black"/>
                <a:ea typeface="Roboto Black"/>
                <a:cs typeface="Roboto Black"/>
              </a:rPr>
              <a:t>84.3%</a:t>
            </a:r>
          </a:p>
        </p:txBody>
      </p:sp>
      <p:sp>
        <p:nvSpPr>
          <p:cNvPr id="15" name="TextBox 14"/>
          <p:cNvSpPr txBox="1"/>
          <p:nvPr/>
        </p:nvSpPr>
        <p:spPr>
          <a:xfrm>
            <a:off x="6492240" y="4178808"/>
            <a:ext cx="2560320" cy="640080"/>
          </a:xfrm>
          <a:prstGeom prst="rect">
            <a:avLst/>
          </a:prstGeom>
          <a:noFill/>
        </p:spPr>
        <p:txBody>
          <a:bodyPr wrap="square" anchor="t" lIns="45720" rIns="45720" tIns="18288" bIns="18288"/>
          <a:lstStyle/>
          <a:p>
            <a:pPr>
              <a:spcBef>
                <a:spcPts val="0"/>
              </a:spcBef>
              <a:buNone/>
            </a:pPr>
            <a:r>
              <a:rPr sz="1300" b="0">
                <a:solidFill>
                  <a:srgbClr val="666666"/>
                </a:solidFill>
                <a:latin typeface="Roboto Medium"/>
                <a:ea typeface="Roboto Medium"/>
                <a:cs typeface="Roboto Medium"/>
              </a:rPr>
              <a:t>lần gọi dùng model 0.5B (HumanEval+)</a:t>
            </a:r>
          </a:p>
        </p:txBody>
      </p:sp>
      <p:sp>
        <p:nvSpPr>
          <p:cNvPr id="16" name="TextBox 15"/>
          <p:cNvSpPr txBox="1"/>
          <p:nvPr/>
        </p:nvSpPr>
        <p:spPr>
          <a:xfrm>
            <a:off x="9144000" y="3520440"/>
            <a:ext cx="2560320" cy="685800"/>
          </a:xfrm>
          <a:prstGeom prst="rect">
            <a:avLst/>
          </a:prstGeom>
          <a:noFill/>
        </p:spPr>
        <p:txBody>
          <a:bodyPr wrap="square" anchor="t" lIns="45720" rIns="45720" tIns="18288" bIns="18288"/>
          <a:lstStyle/>
          <a:p>
            <a:pPr>
              <a:spcBef>
                <a:spcPts val="0"/>
              </a:spcBef>
              <a:buNone/>
            </a:pPr>
            <a:r>
              <a:rPr sz="3200" b="1">
                <a:solidFill>
                  <a:srgbClr val="C00000"/>
                </a:solidFill>
                <a:latin typeface="Roboto Black"/>
                <a:ea typeface="Roboto Black"/>
                <a:cs typeface="Roboto Black"/>
              </a:rPr>
              <a:t>17.7%</a:t>
            </a:r>
          </a:p>
        </p:txBody>
      </p:sp>
      <p:sp>
        <p:nvSpPr>
          <p:cNvPr id="17" name="TextBox 16"/>
          <p:cNvSpPr txBox="1"/>
          <p:nvPr/>
        </p:nvSpPr>
        <p:spPr>
          <a:xfrm>
            <a:off x="9144000" y="4178808"/>
            <a:ext cx="2560320" cy="640080"/>
          </a:xfrm>
          <a:prstGeom prst="rect">
            <a:avLst/>
          </a:prstGeom>
          <a:noFill/>
        </p:spPr>
        <p:txBody>
          <a:bodyPr wrap="square" anchor="t" lIns="45720" rIns="45720" tIns="18288" bIns="18288"/>
          <a:lstStyle/>
          <a:p>
            <a:pPr>
              <a:spcBef>
                <a:spcPts val="0"/>
              </a:spcBef>
              <a:buNone/>
            </a:pPr>
            <a:r>
              <a:rPr sz="1300" b="0">
                <a:solidFill>
                  <a:srgbClr val="666666"/>
                </a:solidFill>
                <a:latin typeface="Roboto Medium"/>
                <a:ea typeface="Roboto Medium"/>
                <a:cs typeface="Roboto Medium"/>
              </a:rPr>
              <a:t>accuracy của greedy “progress / cost” ngây thơ</a:t>
            </a:r>
          </a:p>
        </p:txBody>
      </p:sp>
      <p:sp>
        <p:nvSpPr>
          <p:cNvPr id="18" name="TextBox 17"/>
          <p:cNvSpPr txBox="1"/>
          <p:nvPr/>
        </p:nvSpPr>
        <p:spPr>
          <a:xfrm>
            <a:off x="6492240" y="5029200"/>
            <a:ext cx="5285232" cy="914400"/>
          </a:xfrm>
          <a:prstGeom prst="rect">
            <a:avLst/>
          </a:prstGeom>
          <a:noFill/>
        </p:spPr>
        <p:txBody>
          <a:bodyPr wrap="square" anchor="t" lIns="45720" rIns="45720" tIns="18288" bIns="18288"/>
          <a:lstStyle/>
          <a:p>
            <a:pPr>
              <a:spcBef>
                <a:spcPts val="0"/>
              </a:spcBef>
              <a:buNone/>
            </a:pPr>
            <a:r>
              <a:rPr sz="1450" b="0">
                <a:solidFill>
                  <a:srgbClr val="666666"/>
                </a:solidFill>
                <a:latin typeface="Roboto Medium"/>
                <a:ea typeface="Roboto Medium"/>
                <a:cs typeface="Roboto Medium"/>
              </a:rPr>
              <a:t>Hạn chế: thua CASCADIA 3.5 điểm trên MATH-500; bỏ qua chi phí warm-up; mốc tiến độ phải định nghĩa thủ công.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20040" y="64008"/>
            <a:ext cx="9509760" cy="548640"/>
          </a:xfrm>
          <a:prstGeom prst="rect">
            <a:avLst/>
          </a:prstGeom>
          <a:noFill/>
        </p:spPr>
        <p:txBody>
          <a:bodyPr wrap="square" anchor="ctr" lIns="45720" rIns="45720" tIns="18288" bIns="18288"/>
          <a:lstStyle/>
          <a:p>
            <a:pPr>
              <a:spcBef>
                <a:spcPts val="0"/>
              </a:spcBef>
              <a:buNone/>
            </a:pPr>
            <a:r>
              <a:rPr sz="2200" b="1">
                <a:solidFill>
                  <a:srgbClr val="FFFFFF"/>
                </a:solidFill>
                <a:latin typeface="Roboto Black"/>
                <a:ea typeface="Roboto Black"/>
                <a:cs typeface="Roboto Black"/>
              </a:rPr>
              <a:t>HalluProp: dự báo rủi ro trước khi agent lên tiếng</a:t>
            </a:r>
          </a:p>
        </p:txBody>
      </p:sp>
      <p:sp>
        <p:nvSpPr>
          <p:cNvPr id="3" name="Section"/>
          <p:cNvSpPr txBox="1"/>
          <p:nvPr/>
        </p:nvSpPr>
        <p:spPr>
          <a:xfrm>
            <a:off x="9784080" y="64008"/>
            <a:ext cx="2103120" cy="548640"/>
          </a:xfrm>
          <a:prstGeom prst="rect">
            <a:avLst/>
          </a:prstGeom>
          <a:noFill/>
        </p:spPr>
        <p:txBody>
          <a:bodyPr wrap="square" anchor="ctr" lIns="45720" rIns="45720" tIns="18288" bIns="18288"/>
          <a:lstStyle/>
          <a:p>
            <a:pPr algn="r">
              <a:spcBef>
                <a:spcPts val="0"/>
              </a:spcBef>
              <a:buNone/>
            </a:pPr>
            <a:r>
              <a:rPr sz="1100" b="0">
                <a:solidFill>
                  <a:srgbClr val="B8C6D4"/>
                </a:solidFill>
                <a:latin typeface="Roboto Medium"/>
                <a:ea typeface="Roboto Medium"/>
                <a:cs typeface="Roboto Medium"/>
              </a:rPr>
              <a:t>3. Orchestration</a:t>
            </a:r>
          </a:p>
        </p:txBody>
      </p:sp>
      <p:sp>
        <p:nvSpPr>
          <p:cNvPr id="4" name="Slide number"/>
          <p:cNvSpPr txBox="1"/>
          <p:nvPr/>
        </p:nvSpPr>
        <p:spPr>
          <a:xfrm>
            <a:off x="11155680" y="6199632"/>
            <a:ext cx="731520" cy="256032"/>
          </a:xfrm>
          <a:prstGeom prst="rect">
            <a:avLst/>
          </a:prstGeom>
          <a:noFill/>
        </p:spPr>
        <p:txBody>
          <a:bodyPr wrap="square" anchor="t" lIns="45720" rIns="45720" tIns="18288" bIns="18288"/>
          <a:lstStyle/>
          <a:p>
            <a:pPr algn="r">
              <a:spcBef>
                <a:spcPts val="0"/>
              </a:spcBef>
              <a:buNone/>
            </a:pPr>
            <a:r>
              <a:rPr sz="1000" b="0">
                <a:solidFill>
                  <a:srgbClr val="666666"/>
                </a:solidFill>
                <a:latin typeface="Roboto Medium"/>
                <a:ea typeface="Roboto Medium"/>
                <a:cs typeface="Roboto Medium"/>
              </a:rPr>
              <a:t>19</a:t>
            </a:r>
          </a:p>
        </p:txBody>
      </p:sp>
      <p:sp>
        <p:nvSpPr>
          <p:cNvPr id="5" name="HUST footer name mask"/>
          <p:cNvSpPr/>
          <p:nvPr/>
        </p:nvSpPr>
        <p:spPr>
          <a:xfrm>
            <a:off x="649224" y="6126480"/>
            <a:ext cx="3273552" cy="5212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HUST footer Vietnamese name"/>
          <p:cNvSpPr txBox="1"/>
          <p:nvPr/>
        </p:nvSpPr>
        <p:spPr>
          <a:xfrm>
            <a:off x="667512" y="6135624"/>
            <a:ext cx="3236976" cy="256032"/>
          </a:xfrm>
          <a:prstGeom prst="rect">
            <a:avLst/>
          </a:prstGeom>
          <a:noFill/>
        </p:spPr>
        <p:txBody>
          <a:bodyPr wrap="square" anchor="t" lIns="0" rIns="0" tIns="0" bIns="0"/>
          <a:lstStyle/>
          <a:p>
            <a:pPr>
              <a:spcBef>
                <a:spcPts val="0"/>
              </a:spcBef>
              <a:buNone/>
            </a:pPr>
            <a:r>
              <a:rPr sz="1688" b="1">
                <a:solidFill>
                  <a:srgbClr val="3F3F3F"/>
                </a:solidFill>
                <a:latin typeface="Roboto Black"/>
                <a:ea typeface="Roboto Black"/>
                <a:cs typeface="Roboto Black"/>
              </a:rPr>
              <a:t>ĐẠI HỌC BÁCH KHOA HÀ NỘI</a:t>
            </a:r>
          </a:p>
        </p:txBody>
      </p:sp>
      <p:sp>
        <p:nvSpPr>
          <p:cNvPr id="7" name="HUST footer English name"/>
          <p:cNvSpPr txBox="1"/>
          <p:nvPr/>
        </p:nvSpPr>
        <p:spPr>
          <a:xfrm>
            <a:off x="667512" y="6391656"/>
            <a:ext cx="3236976" cy="219456"/>
          </a:xfrm>
          <a:prstGeom prst="rect">
            <a:avLst/>
          </a:prstGeom>
          <a:noFill/>
        </p:spPr>
        <p:txBody>
          <a:bodyPr wrap="square" anchor="t" lIns="0" rIns="0" tIns="0" bIns="0"/>
          <a:lstStyle/>
          <a:p>
            <a:pPr>
              <a:spcBef>
                <a:spcPts val="0"/>
              </a:spcBef>
              <a:buNone/>
            </a:pPr>
            <a:r>
              <a:rPr sz="1000" b="0">
                <a:solidFill>
                  <a:srgbClr val="3F3F3F"/>
                </a:solidFill>
                <a:latin typeface="Roboto Medium"/>
                <a:ea typeface="Roboto Medium"/>
                <a:cs typeface="Roboto Medium"/>
              </a:rPr>
              <a:t>HANOI UNIVERSITY OF SCIENCE AND TECHNOLOGY</a:t>
            </a:r>
          </a:p>
        </p:txBody>
      </p:sp>
      <p:sp>
        <p:nvSpPr>
          <p:cNvPr id="8" name="TextBox 7"/>
          <p:cNvSpPr txBox="1"/>
          <p:nvPr/>
        </p:nvSpPr>
        <p:spPr>
          <a:xfrm>
            <a:off x="411480" y="914400"/>
            <a:ext cx="6035040" cy="2926080"/>
          </a:xfrm>
          <a:prstGeom prst="rect">
            <a:avLst/>
          </a:prstGeom>
          <a:noFill/>
        </p:spPr>
        <p:txBody>
          <a:bodyPr wrap="square" anchor="t" lIns="45720" rIns="45720" tIns="18288" bIns="18288"/>
          <a:lstStyle/>
          <a:p>
            <a:pPr>
              <a:spcBef>
                <a:spcPts val="0"/>
              </a:spcBef>
              <a:buNone/>
            </a:pPr>
            <a:r>
              <a:rPr sz="2000" b="1">
                <a:solidFill>
                  <a:srgbClr val="003366"/>
                </a:solidFill>
                <a:latin typeface="Roboto Black"/>
                <a:ea typeface="Roboto Black"/>
                <a:cs typeface="Roboto Black"/>
              </a:rPr>
              <a:t>Ý tưởng: pre-hoc</a:t>
            </a:r>
          </a:p>
          <a:p>
            <a:pPr marL="133858" indent="-133858">
              <a:spcBef>
                <a:spcPts val="500"/>
              </a:spcBef>
              <a:buClr>
                <a:srgbClr val="C00000"/>
              </a:buClr>
              <a:buFont typeface="Arial"/>
              <a:buChar char="•"/>
            </a:pPr>
            <a:r>
              <a:rPr sz="1700" b="0">
                <a:solidFill>
                  <a:srgbClr val="222222"/>
                </a:solidFill>
                <a:latin typeface="Roboto Medium"/>
                <a:ea typeface="Roboto Medium"/>
                <a:cs typeface="Roboto Medium"/>
              </a:rPr>
              <a:t>Chỉ dùng </a:t>
            </a:r>
            <a:r>
              <a:rPr sz="1700" b="1">
                <a:solidFill>
                  <a:srgbClr val="003366"/>
                </a:solidFill>
                <a:latin typeface="Roboto Black"/>
                <a:ea typeface="Roboto Black"/>
                <a:cs typeface="Roboto Black"/>
              </a:rPr>
              <a:t>role prompt + câu hỏi + topology</a:t>
            </a:r>
            <a:r>
              <a:rPr sz="1700" b="0">
                <a:solidFill>
                  <a:srgbClr val="222222"/>
                </a:solidFill>
                <a:latin typeface="Roboto Medium"/>
                <a:ea typeface="Roboto Medium"/>
                <a:cs typeface="Roboto Medium"/>
              </a:rPr>
              <a:t>, chưa chạy agent nào.</a:t>
            </a:r>
          </a:p>
          <a:p>
            <a:pPr marL="133858" indent="-133858">
              <a:spcBef>
                <a:spcPts val="500"/>
              </a:spcBef>
              <a:buClr>
                <a:srgbClr val="C00000"/>
              </a:buClr>
              <a:buFont typeface="Arial"/>
              <a:buChar char="•"/>
            </a:pPr>
            <a:r>
              <a:rPr sz="1700" b="1">
                <a:solidFill>
                  <a:srgbClr val="003366"/>
                </a:solidFill>
                <a:latin typeface="Roboto Black"/>
                <a:ea typeface="Roboto Black"/>
                <a:cs typeface="Roboto Black"/>
              </a:rPr>
              <a:t>Intrinsic risk</a:t>
            </a:r>
            <a:r>
              <a:rPr sz="1700" b="0">
                <a:solidFill>
                  <a:srgbClr val="222222"/>
                </a:solidFill>
                <a:latin typeface="Roboto Medium"/>
                <a:ea typeface="Roboto Medium"/>
                <a:cs typeface="Roboto Medium"/>
              </a:rPr>
              <a:t> π_i: role có khớp câu hỏi không.</a:t>
            </a:r>
          </a:p>
          <a:p>
            <a:pPr marL="133858" indent="-133858">
              <a:spcBef>
                <a:spcPts val="500"/>
              </a:spcBef>
              <a:buClr>
                <a:srgbClr val="C00000"/>
              </a:buClr>
              <a:buFont typeface="Arial"/>
              <a:buChar char="•"/>
            </a:pPr>
            <a:r>
              <a:rPr sz="1700" b="1">
                <a:solidFill>
                  <a:srgbClr val="003366"/>
                </a:solidFill>
                <a:latin typeface="Roboto Black"/>
                <a:ea typeface="Roboto Black"/>
                <a:cs typeface="Roboto Black"/>
              </a:rPr>
              <a:t>Propagation risk</a:t>
            </a:r>
            <a:r>
              <a:rPr sz="1700" b="0">
                <a:solidFill>
                  <a:srgbClr val="222222"/>
                </a:solidFill>
                <a:latin typeface="Roboto Medium"/>
                <a:ea typeface="Roboto Medium"/>
                <a:cs typeface="Roboto Medium"/>
              </a:rPr>
              <a:t> t_j→i: ảnh hưởng của bên gửi × độ dễ tổn thương của bên nhận.</a:t>
            </a:r>
          </a:p>
          <a:p>
            <a:pPr marL="133858" indent="-133858">
              <a:spcBef>
                <a:spcPts val="500"/>
              </a:spcBef>
              <a:buClr>
                <a:srgbClr val="C00000"/>
              </a:buClr>
              <a:buFont typeface="Arial"/>
              <a:buChar char="•"/>
            </a:pPr>
            <a:r>
              <a:rPr sz="1700" b="0">
                <a:solidFill>
                  <a:srgbClr val="222222"/>
                </a:solidFill>
                <a:latin typeface="Roboto Medium"/>
                <a:ea typeface="Roboto Medium"/>
                <a:cs typeface="Roboto Medium"/>
              </a:rPr>
              <a:t>Can thiệp: cắt cạnh ra hoặc đổi role thành verifier.</a:t>
            </a:r>
          </a:p>
        </p:txBody>
      </p:sp>
      <p:sp>
        <p:nvSpPr>
          <p:cNvPr id="9" name="Rectangle 8"/>
          <p:cNvSpPr/>
          <p:nvPr/>
        </p:nvSpPr>
        <p:spPr>
          <a:xfrm>
            <a:off x="411480" y="4023360"/>
            <a:ext cx="6035040" cy="1920240"/>
          </a:xfrm>
          <a:prstGeom prst="rect">
            <a:avLst/>
          </a:prstGeom>
          <a:solidFill>
            <a:srgbClr val="F3F6FB"/>
          </a:solidFill>
          <a:ln w="9525">
            <a:solidFill>
              <a:srgbClr val="CFD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411480" y="4023360"/>
            <a:ext cx="6035040" cy="54864"/>
          </a:xfrm>
          <a:prstGeom prst="rect">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57784" y="4133087"/>
            <a:ext cx="5760720" cy="1737360"/>
          </a:xfrm>
          <a:prstGeom prst="rect">
            <a:avLst/>
          </a:prstGeom>
          <a:noFill/>
        </p:spPr>
        <p:txBody>
          <a:bodyPr wrap="square" anchor="t" lIns="45720" rIns="45720" tIns="18288" bIns="18288"/>
          <a:lstStyle/>
          <a:p>
            <a:pPr>
              <a:spcBef>
                <a:spcPts val="0"/>
              </a:spcBef>
              <a:buNone/>
            </a:pPr>
            <a:r>
              <a:rPr sz="1600" b="1">
                <a:solidFill>
                  <a:srgbClr val="003366"/>
                </a:solidFill>
                <a:latin typeface="Roboto Black"/>
                <a:ea typeface="Roboto Black"/>
                <a:cs typeface="Roboto Black"/>
              </a:rPr>
              <a:t>Noisy-OR khả vi (K = 3 vòng lặp)</a:t>
            </a:r>
          </a:p>
          <a:p>
            <a:pPr algn="ctr">
              <a:spcBef>
                <a:spcPts val="800"/>
              </a:spcBef>
              <a:buNone/>
            </a:pPr>
            <a:r>
              <a:rPr sz="1900" b="1">
                <a:solidFill>
                  <a:srgbClr val="003366"/>
                </a:solidFill>
                <a:latin typeface="Roboto Black"/>
                <a:ea typeface="Roboto Black"/>
                <a:cs typeface="Roboto Black"/>
              </a:rPr>
              <a:t>h_i = 1 − (1 − π_i) · Π_j (1 − t_j→i · h_j)</a:t>
            </a:r>
          </a:p>
          <a:p>
            <a:pPr>
              <a:spcBef>
                <a:spcPts val="800"/>
              </a:spcBef>
              <a:buNone/>
            </a:pPr>
            <a:r>
              <a:rPr sz="1450" b="0">
                <a:solidFill>
                  <a:srgbClr val="666666"/>
                </a:solidFill>
                <a:latin typeface="Roboto Medium"/>
                <a:ea typeface="Roboto Medium"/>
                <a:cs typeface="Roboto Medium"/>
              </a:rPr>
              <a:t>Agent lỗi nếu tự lỗi, hoặc nhận lỗi lan từ bất kỳ agent gửi tin nào.</a:t>
            </a:r>
          </a:p>
        </p:txBody>
      </p:sp>
      <p:sp>
        <p:nvSpPr>
          <p:cNvPr id="12" name="Rectangle 11"/>
          <p:cNvSpPr/>
          <p:nvPr/>
        </p:nvSpPr>
        <p:spPr>
          <a:xfrm>
            <a:off x="6675120" y="960120"/>
            <a:ext cx="5102352" cy="1078992"/>
          </a:xfrm>
          <a:prstGeom prst="rect">
            <a:avLst/>
          </a:prstGeom>
          <a:solidFill>
            <a:srgbClr val="F3F6FB"/>
          </a:solidFill>
          <a:ln w="9525">
            <a:solidFill>
              <a:srgbClr val="CFD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675120" y="960120"/>
            <a:ext cx="5102352" cy="54864"/>
          </a:xfrm>
          <a:prstGeom prst="rect">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21424" y="1069848"/>
            <a:ext cx="1737360" cy="914400"/>
          </a:xfrm>
          <a:prstGeom prst="rect">
            <a:avLst/>
          </a:prstGeom>
          <a:noFill/>
        </p:spPr>
        <p:txBody>
          <a:bodyPr wrap="square" anchor="ctr" lIns="45720" rIns="45720" tIns="18288" bIns="18288"/>
          <a:lstStyle/>
          <a:p>
            <a:pPr>
              <a:spcBef>
                <a:spcPts val="0"/>
              </a:spcBef>
              <a:buNone/>
            </a:pPr>
            <a:r>
              <a:rPr sz="3000" b="1">
                <a:solidFill>
                  <a:srgbClr val="003366"/>
                </a:solidFill>
                <a:latin typeface="Roboto Black"/>
                <a:ea typeface="Roboto Black"/>
                <a:cs typeface="Roboto Black"/>
              </a:rPr>
              <a:t>84.6</a:t>
            </a:r>
          </a:p>
        </p:txBody>
      </p:sp>
      <p:sp>
        <p:nvSpPr>
          <p:cNvPr id="15" name="TextBox 14"/>
          <p:cNvSpPr txBox="1"/>
          <p:nvPr/>
        </p:nvSpPr>
        <p:spPr>
          <a:xfrm>
            <a:off x="8595360" y="1069848"/>
            <a:ext cx="3108960" cy="914400"/>
          </a:xfrm>
          <a:prstGeom prst="rect">
            <a:avLst/>
          </a:prstGeom>
          <a:noFill/>
        </p:spPr>
        <p:txBody>
          <a:bodyPr wrap="square" anchor="ctr" lIns="45720" rIns="45720" tIns="18288" bIns="18288"/>
          <a:lstStyle/>
          <a:p>
            <a:pPr>
              <a:spcBef>
                <a:spcPts val="0"/>
              </a:spcBef>
              <a:buNone/>
            </a:pPr>
            <a:r>
              <a:rPr sz="1500" b="0">
                <a:solidFill>
                  <a:srgbClr val="222222"/>
                </a:solidFill>
                <a:latin typeface="Roboto Medium"/>
                <a:ea typeface="Roboto Medium"/>
                <a:cs typeface="Roboto Medium"/>
              </a:rPr>
              <a:t>AUROC trung bình (4 LLM × 3 dataset)</a:t>
            </a:r>
          </a:p>
        </p:txBody>
      </p:sp>
      <p:sp>
        <p:nvSpPr>
          <p:cNvPr id="16" name="Rectangle 15"/>
          <p:cNvSpPr/>
          <p:nvPr/>
        </p:nvSpPr>
        <p:spPr>
          <a:xfrm>
            <a:off x="6675120" y="2167128"/>
            <a:ext cx="5102352" cy="1078992"/>
          </a:xfrm>
          <a:prstGeom prst="rect">
            <a:avLst/>
          </a:prstGeom>
          <a:solidFill>
            <a:srgbClr val="F3F6FB"/>
          </a:solidFill>
          <a:ln w="9525">
            <a:solidFill>
              <a:srgbClr val="CFD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675120" y="2167128"/>
            <a:ext cx="5102352" cy="54864"/>
          </a:xfrm>
          <a:prstGeom prst="rect">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21424" y="2276856"/>
            <a:ext cx="1737360" cy="914400"/>
          </a:xfrm>
          <a:prstGeom prst="rect">
            <a:avLst/>
          </a:prstGeom>
          <a:noFill/>
        </p:spPr>
        <p:txBody>
          <a:bodyPr wrap="square" anchor="ctr" lIns="45720" rIns="45720" tIns="18288" bIns="18288"/>
          <a:lstStyle/>
          <a:p>
            <a:pPr>
              <a:spcBef>
                <a:spcPts val="0"/>
              </a:spcBef>
              <a:buNone/>
            </a:pPr>
            <a:r>
              <a:rPr sz="3000" b="1">
                <a:solidFill>
                  <a:srgbClr val="C00000"/>
                </a:solidFill>
                <a:latin typeface="Roboto Black"/>
                <a:ea typeface="Roboto Black"/>
                <a:cs typeface="Roboto Black"/>
              </a:rPr>
              <a:t>&lt; 1 s</a:t>
            </a:r>
          </a:p>
        </p:txBody>
      </p:sp>
      <p:sp>
        <p:nvSpPr>
          <p:cNvPr id="19" name="TextBox 18"/>
          <p:cNvSpPr txBox="1"/>
          <p:nvPr/>
        </p:nvSpPr>
        <p:spPr>
          <a:xfrm>
            <a:off x="8595360" y="2276856"/>
            <a:ext cx="3108960" cy="914400"/>
          </a:xfrm>
          <a:prstGeom prst="rect">
            <a:avLst/>
          </a:prstGeom>
          <a:noFill/>
        </p:spPr>
        <p:txBody>
          <a:bodyPr wrap="square" anchor="ctr" lIns="45720" rIns="45720" tIns="18288" bIns="18288"/>
          <a:lstStyle/>
          <a:p>
            <a:pPr>
              <a:spcBef>
                <a:spcPts val="0"/>
              </a:spcBef>
              <a:buNone/>
            </a:pPr>
            <a:r>
              <a:rPr sz="1500" b="0">
                <a:solidFill>
                  <a:srgbClr val="222222"/>
                </a:solidFill>
                <a:latin typeface="Roboto Medium"/>
                <a:ea typeface="Roboto Medium"/>
                <a:cs typeface="Roboto Medium"/>
              </a:rPr>
              <a:t>chẩn đoán, so với 53–308 s của post-hoc</a:t>
            </a:r>
          </a:p>
        </p:txBody>
      </p:sp>
      <p:sp>
        <p:nvSpPr>
          <p:cNvPr id="20" name="Rectangle 19"/>
          <p:cNvSpPr/>
          <p:nvPr/>
        </p:nvSpPr>
        <p:spPr>
          <a:xfrm>
            <a:off x="6675120" y="3374136"/>
            <a:ext cx="5102352" cy="1078992"/>
          </a:xfrm>
          <a:prstGeom prst="rect">
            <a:avLst/>
          </a:prstGeom>
          <a:solidFill>
            <a:srgbClr val="F3F6FB"/>
          </a:solidFill>
          <a:ln w="9525">
            <a:solidFill>
              <a:srgbClr val="CFD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675120" y="3374136"/>
            <a:ext cx="5102352" cy="54864"/>
          </a:xfrm>
          <a:prstGeom prst="rect">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821424" y="3483864"/>
            <a:ext cx="1737360" cy="914400"/>
          </a:xfrm>
          <a:prstGeom prst="rect">
            <a:avLst/>
          </a:prstGeom>
          <a:noFill/>
        </p:spPr>
        <p:txBody>
          <a:bodyPr wrap="square" anchor="ctr" lIns="45720" rIns="45720" tIns="18288" bIns="18288"/>
          <a:lstStyle/>
          <a:p>
            <a:pPr>
              <a:spcBef>
                <a:spcPts val="0"/>
              </a:spcBef>
              <a:buNone/>
            </a:pPr>
            <a:r>
              <a:rPr sz="3000" b="1">
                <a:solidFill>
                  <a:srgbClr val="003366"/>
                </a:solidFill>
                <a:latin typeface="Roboto Black"/>
                <a:ea typeface="Roboto Black"/>
                <a:cs typeface="Roboto Black"/>
              </a:rPr>
              <a:t>67.6%</a:t>
            </a:r>
          </a:p>
        </p:txBody>
      </p:sp>
      <p:sp>
        <p:nvSpPr>
          <p:cNvPr id="23" name="TextBox 22"/>
          <p:cNvSpPr txBox="1"/>
          <p:nvPr/>
        </p:nvSpPr>
        <p:spPr>
          <a:xfrm>
            <a:off x="8595360" y="3483864"/>
            <a:ext cx="3108960" cy="914400"/>
          </a:xfrm>
          <a:prstGeom prst="rect">
            <a:avLst/>
          </a:prstGeom>
          <a:noFill/>
        </p:spPr>
        <p:txBody>
          <a:bodyPr wrap="square" anchor="ctr" lIns="45720" rIns="45720" tIns="18288" bIns="18288"/>
          <a:lstStyle/>
          <a:p>
            <a:pPr>
              <a:spcBef>
                <a:spcPts val="0"/>
              </a:spcBef>
              <a:buNone/>
            </a:pPr>
            <a:r>
              <a:rPr sz="1500" b="0">
                <a:solidFill>
                  <a:srgbClr val="222222"/>
                </a:solidFill>
                <a:latin typeface="Roboto Medium"/>
                <a:ea typeface="Roboto Medium"/>
                <a:cs typeface="Roboto Medium"/>
              </a:rPr>
              <a:t>accuracy sau refinement, so với 63.5% của GUARDIAN</a:t>
            </a:r>
          </a:p>
        </p:txBody>
      </p:sp>
      <p:sp>
        <p:nvSpPr>
          <p:cNvPr id="24" name="Rectangle 23"/>
          <p:cNvSpPr/>
          <p:nvPr/>
        </p:nvSpPr>
        <p:spPr>
          <a:xfrm>
            <a:off x="6675120" y="4617720"/>
            <a:ext cx="5102352" cy="1325880"/>
          </a:xfrm>
          <a:prstGeom prst="rect">
            <a:avLst/>
          </a:prstGeom>
          <a:solidFill>
            <a:srgbClr val="FCF4F4"/>
          </a:solidFill>
          <a:ln w="9525">
            <a:solidFill>
              <a:srgbClr val="EBCBC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675120" y="4617720"/>
            <a:ext cx="5102352" cy="54864"/>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821424" y="4709160"/>
            <a:ext cx="4846320" cy="1188720"/>
          </a:xfrm>
          <a:prstGeom prst="rect">
            <a:avLst/>
          </a:prstGeom>
          <a:noFill/>
        </p:spPr>
        <p:txBody>
          <a:bodyPr wrap="square" anchor="t" lIns="45720" rIns="45720" tIns="18288" bIns="18288"/>
          <a:lstStyle/>
          <a:p>
            <a:pPr>
              <a:spcBef>
                <a:spcPts val="0"/>
              </a:spcBef>
              <a:buNone/>
            </a:pPr>
            <a:r>
              <a:rPr sz="1700" b="1">
                <a:solidFill>
                  <a:srgbClr val="C00000"/>
                </a:solidFill>
                <a:latin typeface="Roboto Black"/>
                <a:ea typeface="Roboto Black"/>
                <a:cs typeface="Roboto Black"/>
              </a:rPr>
              <a:t>Hạn chế</a:t>
            </a:r>
          </a:p>
          <a:p>
            <a:pPr>
              <a:spcBef>
                <a:spcPts val="400"/>
              </a:spcBef>
              <a:buNone/>
            </a:pPr>
            <a:r>
              <a:rPr sz="1450" b="0">
                <a:solidFill>
                  <a:srgbClr val="222222"/>
                </a:solidFill>
                <a:latin typeface="Roboto Medium"/>
                <a:ea typeface="Roboto Medium"/>
                <a:cs typeface="Roboto Medium"/>
              </a:rPr>
              <a:t>“Hallucination” = trả lời sai; role bị nhiễu nhân tạo; cần nhãn; đồ thị ≤ 7 agent.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photo" descr="p4.jpg"/>
          <p:cNvPicPr>
            <a:picLocks noChangeAspect="1"/>
          </p:cNvPicPr>
          <p:nvPr/>
        </p:nvPicPr>
        <p:blipFill>
          <a:blip r:embed="rId3"/>
          <a:stretch>
            <a:fillRect/>
          </a:stretch>
        </p:blipFill>
        <p:spPr>
          <a:xfrm>
            <a:off x="0" y="0"/>
            <a:ext cx="12191695" cy="6858000"/>
          </a:xfrm>
          <a:prstGeom prst="rect">
            <a:avLst/>
          </a:prstGeom>
        </p:spPr>
      </p:pic>
      <p:pic>
        <p:nvPicPr>
          <p:cNvPr id="3" name="Picture 2" descr="hust_logo.png"/>
          <p:cNvPicPr>
            <a:picLocks noChangeAspect="1"/>
          </p:cNvPicPr>
          <p:nvPr/>
        </p:nvPicPr>
        <p:blipFill>
          <a:blip r:embed="rId4"/>
          <a:stretch>
            <a:fillRect/>
          </a:stretch>
        </p:blipFill>
        <p:spPr>
          <a:xfrm>
            <a:off x="393192" y="274320"/>
            <a:ext cx="3172968" cy="1152144"/>
          </a:xfrm>
          <a:prstGeom prst="rect">
            <a:avLst/>
          </a:prstGeom>
        </p:spPr>
      </p:pic>
      <p:sp>
        <p:nvSpPr>
          <p:cNvPr id="4" name="Part number"/>
          <p:cNvSpPr txBox="1"/>
          <p:nvPr/>
        </p:nvSpPr>
        <p:spPr>
          <a:xfrm>
            <a:off x="749808" y="2176272"/>
            <a:ext cx="1554480" cy="1188720"/>
          </a:xfrm>
          <a:prstGeom prst="rect">
            <a:avLst/>
          </a:prstGeom>
          <a:noFill/>
        </p:spPr>
        <p:txBody>
          <a:bodyPr wrap="square" anchor="t" lIns="45720" rIns="45720" tIns="18288" bIns="18288"/>
          <a:lstStyle/>
          <a:p>
            <a:pPr>
              <a:spcBef>
                <a:spcPts val="0"/>
              </a:spcBef>
              <a:buNone/>
            </a:pPr>
            <a:r>
              <a:rPr sz="8000" b="1">
                <a:solidFill>
                  <a:srgbClr val="C00000"/>
                </a:solidFill>
                <a:latin typeface="Roboto Black"/>
                <a:ea typeface="Roboto Black"/>
                <a:cs typeface="Roboto Black"/>
              </a:rPr>
              <a:t>04</a:t>
            </a:r>
          </a:p>
        </p:txBody>
      </p:sp>
      <p:sp>
        <p:nvSpPr>
          <p:cNvPr id="5" name="TextBox 4"/>
          <p:cNvSpPr txBox="1"/>
          <p:nvPr/>
        </p:nvSpPr>
        <p:spPr>
          <a:xfrm>
            <a:off x="2331720" y="2395728"/>
            <a:ext cx="3657600" cy="365760"/>
          </a:xfrm>
          <a:prstGeom prst="rect">
            <a:avLst/>
          </a:prstGeom>
          <a:noFill/>
        </p:spPr>
        <p:txBody>
          <a:bodyPr wrap="square" anchor="t" lIns="45720" rIns="45720" tIns="18288" bIns="18288"/>
          <a:lstStyle/>
          <a:p>
            <a:pPr>
              <a:spcBef>
                <a:spcPts val="0"/>
              </a:spcBef>
              <a:buNone/>
            </a:pPr>
            <a:r>
              <a:rPr sz="1500" b="1">
                <a:solidFill>
                  <a:srgbClr val="C00000"/>
                </a:solidFill>
                <a:latin typeface="Roboto Black"/>
                <a:ea typeface="Roboto Black"/>
                <a:cs typeface="Roboto Black"/>
              </a:rPr>
              <a:t>PHẦN 4</a:t>
            </a:r>
          </a:p>
        </p:txBody>
      </p:sp>
      <p:sp>
        <p:nvSpPr>
          <p:cNvPr id="6" name="Title"/>
          <p:cNvSpPr txBox="1"/>
          <p:nvPr/>
        </p:nvSpPr>
        <p:spPr>
          <a:xfrm>
            <a:off x="2313432" y="2724912"/>
            <a:ext cx="6400800" cy="731520"/>
          </a:xfrm>
          <a:prstGeom prst="rect">
            <a:avLst/>
          </a:prstGeom>
          <a:noFill/>
        </p:spPr>
        <p:txBody>
          <a:bodyPr wrap="square" anchor="t" lIns="45720" rIns="45720" tIns="18288" bIns="18288"/>
          <a:lstStyle/>
          <a:p>
            <a:pPr>
              <a:spcBef>
                <a:spcPts val="0"/>
              </a:spcBef>
              <a:buNone/>
            </a:pPr>
            <a:r>
              <a:rPr sz="3100" b="1">
                <a:solidFill>
                  <a:srgbClr val="003366"/>
                </a:solidFill>
                <a:latin typeface="Roboto Black"/>
                <a:ea typeface="Roboto Black"/>
                <a:cs typeface="Roboto Black"/>
              </a:rPr>
              <a:t>Communication &amp; Interaction</a:t>
            </a:r>
          </a:p>
        </p:txBody>
      </p:sp>
      <p:sp>
        <p:nvSpPr>
          <p:cNvPr id="7" name="Rectangle 6"/>
          <p:cNvSpPr/>
          <p:nvPr/>
        </p:nvSpPr>
        <p:spPr>
          <a:xfrm>
            <a:off x="841248" y="3657600"/>
            <a:ext cx="1005840" cy="54864"/>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41248" y="3995928"/>
            <a:ext cx="274320" cy="274320"/>
          </a:xfrm>
          <a:prstGeom prst="roundRect">
            <a:avLst>
              <a:gd name="adj" fmla="val 12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41248" y="3995928"/>
            <a:ext cx="274320" cy="274320"/>
          </a:xfrm>
          <a:prstGeom prst="rect">
            <a:avLst/>
          </a:prstGeom>
          <a:noFill/>
        </p:spPr>
        <p:txBody>
          <a:bodyPr wrap="square" anchor="ctr" lIns="0" rIns="0" tIns="0" bIns="0"/>
          <a:lstStyle/>
          <a:p>
            <a:pPr algn="ctr">
              <a:spcBef>
                <a:spcPts val="0"/>
              </a:spcBef>
              <a:buNone/>
            </a:pPr>
            <a:r>
              <a:rPr sz="1100" b="1">
                <a:solidFill>
                  <a:srgbClr val="FFFFFF"/>
                </a:solidFill>
                <a:latin typeface="Roboto Black"/>
                <a:ea typeface="Roboto Black"/>
                <a:cs typeface="Roboto Black"/>
              </a:rPr>
              <a:t>1</a:t>
            </a:r>
          </a:p>
        </p:txBody>
      </p:sp>
      <p:sp>
        <p:nvSpPr>
          <p:cNvPr id="10" name="TextBox 9"/>
          <p:cNvSpPr txBox="1"/>
          <p:nvPr/>
        </p:nvSpPr>
        <p:spPr>
          <a:xfrm>
            <a:off x="1261872" y="3950208"/>
            <a:ext cx="5852160" cy="365760"/>
          </a:xfrm>
          <a:prstGeom prst="rect">
            <a:avLst/>
          </a:prstGeom>
          <a:noFill/>
        </p:spPr>
        <p:txBody>
          <a:bodyPr wrap="square" anchor="ctr" lIns="45720" rIns="45720" tIns="18288" bIns="18288"/>
          <a:lstStyle/>
          <a:p>
            <a:pPr>
              <a:spcBef>
                <a:spcPts val="0"/>
              </a:spcBef>
              <a:buNone/>
            </a:pPr>
            <a:r>
              <a:rPr sz="1600" b="0">
                <a:solidFill>
                  <a:srgbClr val="222B36"/>
                </a:solidFill>
                <a:latin typeface="Roboto Medium"/>
                <a:ea typeface="Roboto Medium"/>
                <a:cs typeface="Roboto Medium"/>
              </a:rPr>
              <a:t>DAIN: dynamic agent interaction network</a:t>
            </a:r>
          </a:p>
        </p:txBody>
      </p:sp>
      <p:sp>
        <p:nvSpPr>
          <p:cNvPr id="11" name="Rounded Rectangle 10"/>
          <p:cNvSpPr/>
          <p:nvPr/>
        </p:nvSpPr>
        <p:spPr>
          <a:xfrm>
            <a:off x="841248" y="4453128"/>
            <a:ext cx="274320" cy="274320"/>
          </a:xfrm>
          <a:prstGeom prst="roundRect">
            <a:avLst>
              <a:gd name="adj" fmla="val 12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 y="4453128"/>
            <a:ext cx="274320" cy="274320"/>
          </a:xfrm>
          <a:prstGeom prst="rect">
            <a:avLst/>
          </a:prstGeom>
          <a:noFill/>
        </p:spPr>
        <p:txBody>
          <a:bodyPr wrap="square" anchor="ctr" lIns="0" rIns="0" tIns="0" bIns="0"/>
          <a:lstStyle/>
          <a:p>
            <a:pPr algn="ctr">
              <a:spcBef>
                <a:spcPts val="0"/>
              </a:spcBef>
              <a:buNone/>
            </a:pPr>
            <a:r>
              <a:rPr sz="1100" b="1">
                <a:solidFill>
                  <a:srgbClr val="FFFFFF"/>
                </a:solidFill>
                <a:latin typeface="Roboto Black"/>
                <a:ea typeface="Roboto Black"/>
                <a:cs typeface="Roboto Black"/>
              </a:rPr>
              <a:t>2</a:t>
            </a:r>
          </a:p>
        </p:txBody>
      </p:sp>
      <p:sp>
        <p:nvSpPr>
          <p:cNvPr id="13" name="TextBox 12"/>
          <p:cNvSpPr txBox="1"/>
          <p:nvPr/>
        </p:nvSpPr>
        <p:spPr>
          <a:xfrm>
            <a:off x="1261872" y="4407408"/>
            <a:ext cx="5852160" cy="365760"/>
          </a:xfrm>
          <a:prstGeom prst="rect">
            <a:avLst/>
          </a:prstGeom>
          <a:noFill/>
        </p:spPr>
        <p:txBody>
          <a:bodyPr wrap="square" anchor="ctr" lIns="45720" rIns="45720" tIns="18288" bIns="18288"/>
          <a:lstStyle/>
          <a:p>
            <a:pPr>
              <a:spcBef>
                <a:spcPts val="0"/>
              </a:spcBef>
              <a:buNone/>
            </a:pPr>
            <a:r>
              <a:rPr sz="1600" b="0">
                <a:solidFill>
                  <a:srgbClr val="222B36"/>
                </a:solidFill>
                <a:latin typeface="Roboto Medium"/>
                <a:ea typeface="Roboto Medium"/>
                <a:cs typeface="Roboto Medium"/>
              </a:rPr>
              <a:t>AGENT-RADAR: attention steering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20040" y="64008"/>
            <a:ext cx="9509760" cy="548640"/>
          </a:xfrm>
          <a:prstGeom prst="rect">
            <a:avLst/>
          </a:prstGeom>
          <a:noFill/>
        </p:spPr>
        <p:txBody>
          <a:bodyPr wrap="square" anchor="ctr" lIns="45720" rIns="45720" tIns="18288" bIns="18288"/>
          <a:lstStyle/>
          <a:p>
            <a:pPr>
              <a:spcBef>
                <a:spcPts val="0"/>
              </a:spcBef>
              <a:buNone/>
            </a:pPr>
            <a:r>
              <a:rPr sz="2200" b="1">
                <a:solidFill>
                  <a:srgbClr val="FFFFFF"/>
                </a:solidFill>
                <a:latin typeface="Roboto Black"/>
                <a:ea typeface="Roboto Black"/>
                <a:cs typeface="Roboto Black"/>
              </a:rPr>
              <a:t>DAIN: Dynamic Agent-based Interaction Network</a:t>
            </a:r>
          </a:p>
        </p:txBody>
      </p:sp>
      <p:sp>
        <p:nvSpPr>
          <p:cNvPr id="3" name="Section"/>
          <p:cNvSpPr txBox="1"/>
          <p:nvPr/>
        </p:nvSpPr>
        <p:spPr>
          <a:xfrm>
            <a:off x="9784080" y="64008"/>
            <a:ext cx="2103120" cy="548640"/>
          </a:xfrm>
          <a:prstGeom prst="rect">
            <a:avLst/>
          </a:prstGeom>
          <a:noFill/>
        </p:spPr>
        <p:txBody>
          <a:bodyPr wrap="square" anchor="ctr" lIns="45720" rIns="45720" tIns="18288" bIns="18288"/>
          <a:lstStyle/>
          <a:p>
            <a:pPr algn="r">
              <a:spcBef>
                <a:spcPts val="0"/>
              </a:spcBef>
              <a:buNone/>
            </a:pPr>
            <a:r>
              <a:rPr sz="1100" b="0">
                <a:solidFill>
                  <a:srgbClr val="B8C6D4"/>
                </a:solidFill>
                <a:latin typeface="Roboto Medium"/>
                <a:ea typeface="Roboto Medium"/>
                <a:cs typeface="Roboto Medium"/>
              </a:rPr>
              <a:t>4. Communication</a:t>
            </a:r>
          </a:p>
        </p:txBody>
      </p:sp>
      <p:sp>
        <p:nvSpPr>
          <p:cNvPr id="4" name="Slide number"/>
          <p:cNvSpPr txBox="1"/>
          <p:nvPr/>
        </p:nvSpPr>
        <p:spPr>
          <a:xfrm>
            <a:off x="11155680" y="6199632"/>
            <a:ext cx="731520" cy="256032"/>
          </a:xfrm>
          <a:prstGeom prst="rect">
            <a:avLst/>
          </a:prstGeom>
          <a:noFill/>
        </p:spPr>
        <p:txBody>
          <a:bodyPr wrap="square" anchor="t" lIns="45720" rIns="45720" tIns="18288" bIns="18288"/>
          <a:lstStyle/>
          <a:p>
            <a:pPr algn="r">
              <a:spcBef>
                <a:spcPts val="0"/>
              </a:spcBef>
              <a:buNone/>
            </a:pPr>
            <a:r>
              <a:rPr sz="1000" b="0">
                <a:solidFill>
                  <a:srgbClr val="666666"/>
                </a:solidFill>
                <a:latin typeface="Roboto Medium"/>
                <a:ea typeface="Roboto Medium"/>
                <a:cs typeface="Roboto Medium"/>
              </a:rPr>
              <a:t>21</a:t>
            </a:r>
          </a:p>
        </p:txBody>
      </p:sp>
      <p:sp>
        <p:nvSpPr>
          <p:cNvPr id="5" name="HUST footer name mask"/>
          <p:cNvSpPr/>
          <p:nvPr/>
        </p:nvSpPr>
        <p:spPr>
          <a:xfrm>
            <a:off x="649224" y="6126480"/>
            <a:ext cx="3273552" cy="5212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HUST footer Vietnamese name"/>
          <p:cNvSpPr txBox="1"/>
          <p:nvPr/>
        </p:nvSpPr>
        <p:spPr>
          <a:xfrm>
            <a:off x="667512" y="6135624"/>
            <a:ext cx="3236976" cy="256032"/>
          </a:xfrm>
          <a:prstGeom prst="rect">
            <a:avLst/>
          </a:prstGeom>
          <a:noFill/>
        </p:spPr>
        <p:txBody>
          <a:bodyPr wrap="square" anchor="t" lIns="0" rIns="0" tIns="0" bIns="0"/>
          <a:lstStyle/>
          <a:p>
            <a:pPr>
              <a:spcBef>
                <a:spcPts val="0"/>
              </a:spcBef>
              <a:buNone/>
            </a:pPr>
            <a:r>
              <a:rPr sz="1688" b="1">
                <a:solidFill>
                  <a:srgbClr val="3F3F3F"/>
                </a:solidFill>
                <a:latin typeface="Roboto Black"/>
                <a:ea typeface="Roboto Black"/>
                <a:cs typeface="Roboto Black"/>
              </a:rPr>
              <a:t>ĐẠI HỌC BÁCH KHOA HÀ NỘI</a:t>
            </a:r>
          </a:p>
        </p:txBody>
      </p:sp>
      <p:sp>
        <p:nvSpPr>
          <p:cNvPr id="7" name="HUST footer English name"/>
          <p:cNvSpPr txBox="1"/>
          <p:nvPr/>
        </p:nvSpPr>
        <p:spPr>
          <a:xfrm>
            <a:off x="667512" y="6391656"/>
            <a:ext cx="3236976" cy="219456"/>
          </a:xfrm>
          <a:prstGeom prst="rect">
            <a:avLst/>
          </a:prstGeom>
          <a:noFill/>
        </p:spPr>
        <p:txBody>
          <a:bodyPr wrap="square" anchor="t" lIns="0" rIns="0" tIns="0" bIns="0"/>
          <a:lstStyle/>
          <a:p>
            <a:pPr>
              <a:spcBef>
                <a:spcPts val="0"/>
              </a:spcBef>
              <a:buNone/>
            </a:pPr>
            <a:r>
              <a:rPr sz="1000" b="0">
                <a:solidFill>
                  <a:srgbClr val="3F3F3F"/>
                </a:solidFill>
                <a:latin typeface="Roboto Medium"/>
                <a:ea typeface="Roboto Medium"/>
                <a:cs typeface="Roboto Medium"/>
              </a:rPr>
              <a:t>HANOI UNIVERSITY OF SCIENCE AND TECHNOLOGY</a:t>
            </a:r>
          </a:p>
        </p:txBody>
      </p:sp>
      <p:sp>
        <p:nvSpPr>
          <p:cNvPr id="8" name="Rectangle 7"/>
          <p:cNvSpPr/>
          <p:nvPr/>
        </p:nvSpPr>
        <p:spPr>
          <a:xfrm>
            <a:off x="411480" y="1005840"/>
            <a:ext cx="2514600" cy="1691640"/>
          </a:xfrm>
          <a:prstGeom prst="rect">
            <a:avLst/>
          </a:prstGeom>
          <a:solidFill>
            <a:srgbClr val="F3F6FB"/>
          </a:solidFill>
          <a:ln w="9525">
            <a:solidFill>
              <a:srgbClr val="CFD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411480" y="1005840"/>
            <a:ext cx="2514600" cy="566928"/>
          </a:xfrm>
          <a:prstGeom prst="rect">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11480" y="1005840"/>
            <a:ext cx="2514600" cy="566928"/>
          </a:xfrm>
          <a:prstGeom prst="rect">
            <a:avLst/>
          </a:prstGeom>
          <a:noFill/>
        </p:spPr>
        <p:txBody>
          <a:bodyPr wrap="square" anchor="ctr" lIns="45720" rIns="45720" tIns="18288" bIns="18288"/>
          <a:lstStyle/>
          <a:p>
            <a:pPr algn="ctr">
              <a:spcBef>
                <a:spcPts val="0"/>
              </a:spcBef>
              <a:buNone/>
            </a:pPr>
            <a:r>
              <a:rPr sz="1500" b="1">
                <a:solidFill>
                  <a:srgbClr val="FFFFFF"/>
                </a:solidFill>
                <a:latin typeface="Roboto Black"/>
                <a:ea typeface="Roboto Black"/>
                <a:cs typeface="Roboto Black"/>
              </a:rPr>
              <a:t>Encode</a:t>
            </a:r>
          </a:p>
        </p:txBody>
      </p:sp>
      <p:sp>
        <p:nvSpPr>
          <p:cNvPr id="11" name="TextBox 10"/>
          <p:cNvSpPr txBox="1"/>
          <p:nvPr/>
        </p:nvSpPr>
        <p:spPr>
          <a:xfrm>
            <a:off x="502920" y="1645920"/>
            <a:ext cx="2331720" cy="1005840"/>
          </a:xfrm>
          <a:prstGeom prst="rect">
            <a:avLst/>
          </a:prstGeom>
          <a:noFill/>
        </p:spPr>
        <p:txBody>
          <a:bodyPr wrap="square" anchor="ctr" lIns="45720" rIns="45720" tIns="18288" bIns="18288"/>
          <a:lstStyle/>
          <a:p>
            <a:pPr algn="ctr">
              <a:spcBef>
                <a:spcPts val="0"/>
              </a:spcBef>
              <a:buNone/>
            </a:pPr>
            <a:r>
              <a:rPr sz="1550" b="0">
                <a:solidFill>
                  <a:srgbClr val="222222"/>
                </a:solidFill>
                <a:latin typeface="Roboto Medium"/>
                <a:ea typeface="Roboto Medium"/>
                <a:cs typeface="Roboto Medium"/>
              </a:rPr>
              <a:t>ResNet-50, BERT → context e_c</a:t>
            </a:r>
          </a:p>
        </p:txBody>
      </p:sp>
      <p:sp>
        <p:nvSpPr>
          <p:cNvPr id="12" name="Right Arrow 11"/>
          <p:cNvSpPr/>
          <p:nvPr/>
        </p:nvSpPr>
        <p:spPr>
          <a:xfrm>
            <a:off x="2971800" y="1691640"/>
            <a:ext cx="274320" cy="329184"/>
          </a:xfrm>
          <a:prstGeom prst="right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291840" y="1005840"/>
            <a:ext cx="2514600" cy="1691640"/>
          </a:xfrm>
          <a:prstGeom prst="rect">
            <a:avLst/>
          </a:prstGeom>
          <a:solidFill>
            <a:srgbClr val="F3F6FB"/>
          </a:solidFill>
          <a:ln w="9525">
            <a:solidFill>
              <a:srgbClr val="CFD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3291840" y="1005840"/>
            <a:ext cx="2514600" cy="566928"/>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291840" y="1005840"/>
            <a:ext cx="2514600" cy="566928"/>
          </a:xfrm>
          <a:prstGeom prst="rect">
            <a:avLst/>
          </a:prstGeom>
          <a:noFill/>
        </p:spPr>
        <p:txBody>
          <a:bodyPr wrap="square" anchor="ctr" lIns="45720" rIns="45720" tIns="18288" bIns="18288"/>
          <a:lstStyle/>
          <a:p>
            <a:pPr algn="ctr">
              <a:spcBef>
                <a:spcPts val="0"/>
              </a:spcBef>
              <a:buNone/>
            </a:pPr>
            <a:r>
              <a:rPr sz="1500" b="1">
                <a:solidFill>
                  <a:srgbClr val="FFFFFF"/>
                </a:solidFill>
                <a:latin typeface="Roboto Black"/>
                <a:ea typeface="Roboto Black"/>
                <a:cs typeface="Roboto Black"/>
              </a:rPr>
              <a:t>Meta-Controller</a:t>
            </a:r>
          </a:p>
        </p:txBody>
      </p:sp>
      <p:sp>
        <p:nvSpPr>
          <p:cNvPr id="16" name="TextBox 15"/>
          <p:cNvSpPr txBox="1"/>
          <p:nvPr/>
        </p:nvSpPr>
        <p:spPr>
          <a:xfrm>
            <a:off x="3383280" y="1645920"/>
            <a:ext cx="2331720" cy="1005840"/>
          </a:xfrm>
          <a:prstGeom prst="rect">
            <a:avLst/>
          </a:prstGeom>
          <a:noFill/>
        </p:spPr>
        <p:txBody>
          <a:bodyPr wrap="square" anchor="ctr" lIns="45720" rIns="45720" tIns="18288" bIns="18288"/>
          <a:lstStyle/>
          <a:p>
            <a:pPr algn="ctr">
              <a:spcBef>
                <a:spcPts val="0"/>
              </a:spcBef>
              <a:buNone/>
            </a:pPr>
            <a:r>
              <a:rPr sz="1550" b="0">
                <a:solidFill>
                  <a:srgbClr val="222222"/>
                </a:solidFill>
                <a:latin typeface="Roboto Medium"/>
                <a:ea typeface="Roboto Medium"/>
                <a:cs typeface="Roboto Medium"/>
              </a:rPr>
              <a:t>sparse gate + soft graph Φ</a:t>
            </a:r>
          </a:p>
        </p:txBody>
      </p:sp>
      <p:sp>
        <p:nvSpPr>
          <p:cNvPr id="17" name="Right Arrow 16"/>
          <p:cNvSpPr/>
          <p:nvPr/>
        </p:nvSpPr>
        <p:spPr>
          <a:xfrm>
            <a:off x="5852160" y="1691640"/>
            <a:ext cx="274320" cy="329184"/>
          </a:xfrm>
          <a:prstGeom prst="right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72200" y="1005840"/>
            <a:ext cx="2514600" cy="1691640"/>
          </a:xfrm>
          <a:prstGeom prst="rect">
            <a:avLst/>
          </a:prstGeom>
          <a:solidFill>
            <a:srgbClr val="F3F6FB"/>
          </a:solidFill>
          <a:ln w="9525">
            <a:solidFill>
              <a:srgbClr val="CFD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172200" y="1005840"/>
            <a:ext cx="2514600" cy="566928"/>
          </a:xfrm>
          <a:prstGeom prst="rect">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172200" y="1005840"/>
            <a:ext cx="2514600" cy="566928"/>
          </a:xfrm>
          <a:prstGeom prst="rect">
            <a:avLst/>
          </a:prstGeom>
          <a:noFill/>
        </p:spPr>
        <p:txBody>
          <a:bodyPr wrap="square" anchor="ctr" lIns="45720" rIns="45720" tIns="18288" bIns="18288"/>
          <a:lstStyle/>
          <a:p>
            <a:pPr algn="ctr">
              <a:spcBef>
                <a:spcPts val="0"/>
              </a:spcBef>
              <a:buNone/>
            </a:pPr>
            <a:r>
              <a:rPr sz="1500" b="1">
                <a:solidFill>
                  <a:srgbClr val="FFFFFF"/>
                </a:solidFill>
                <a:latin typeface="Roboto Black"/>
                <a:ea typeface="Roboto Black"/>
                <a:cs typeface="Roboto Black"/>
              </a:rPr>
              <a:t>Message passing</a:t>
            </a:r>
          </a:p>
        </p:txBody>
      </p:sp>
      <p:sp>
        <p:nvSpPr>
          <p:cNvPr id="21" name="TextBox 20"/>
          <p:cNvSpPr txBox="1"/>
          <p:nvPr/>
        </p:nvSpPr>
        <p:spPr>
          <a:xfrm>
            <a:off x="6263640" y="1645920"/>
            <a:ext cx="2331720" cy="1005840"/>
          </a:xfrm>
          <a:prstGeom prst="rect">
            <a:avLst/>
          </a:prstGeom>
          <a:noFill/>
        </p:spPr>
        <p:txBody>
          <a:bodyPr wrap="square" anchor="ctr" lIns="45720" rIns="45720" tIns="18288" bIns="18288"/>
          <a:lstStyle/>
          <a:p>
            <a:pPr algn="ctr">
              <a:spcBef>
                <a:spcPts val="0"/>
              </a:spcBef>
              <a:buNone/>
            </a:pPr>
            <a:r>
              <a:rPr sz="1550" b="0">
                <a:solidFill>
                  <a:srgbClr val="222222"/>
                </a:solidFill>
                <a:latin typeface="Roboto Medium"/>
                <a:ea typeface="Roboto Medium"/>
                <a:cs typeface="Roboto Medium"/>
              </a:rPr>
              <a:t>qua low-rank bottleneck</a:t>
            </a:r>
          </a:p>
        </p:txBody>
      </p:sp>
      <p:sp>
        <p:nvSpPr>
          <p:cNvPr id="22" name="Right Arrow 21"/>
          <p:cNvSpPr/>
          <p:nvPr/>
        </p:nvSpPr>
        <p:spPr>
          <a:xfrm>
            <a:off x="8732520" y="1691640"/>
            <a:ext cx="274320" cy="329184"/>
          </a:xfrm>
          <a:prstGeom prst="right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52559" y="1005840"/>
            <a:ext cx="2514600" cy="1691640"/>
          </a:xfrm>
          <a:prstGeom prst="rect">
            <a:avLst/>
          </a:prstGeom>
          <a:solidFill>
            <a:srgbClr val="F3F6FB"/>
          </a:solidFill>
          <a:ln w="9525">
            <a:solidFill>
              <a:srgbClr val="CFD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9052559" y="1005840"/>
            <a:ext cx="2514600" cy="566928"/>
          </a:xfrm>
          <a:prstGeom prst="rect">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052559" y="1005840"/>
            <a:ext cx="2514600" cy="566928"/>
          </a:xfrm>
          <a:prstGeom prst="rect">
            <a:avLst/>
          </a:prstGeom>
          <a:noFill/>
        </p:spPr>
        <p:txBody>
          <a:bodyPr wrap="square" anchor="ctr" lIns="45720" rIns="45720" tIns="18288" bIns="18288"/>
          <a:lstStyle/>
          <a:p>
            <a:pPr algn="ctr">
              <a:spcBef>
                <a:spcPts val="0"/>
              </a:spcBef>
              <a:buNone/>
            </a:pPr>
            <a:r>
              <a:rPr sz="1500" b="1">
                <a:solidFill>
                  <a:srgbClr val="FFFFFF"/>
                </a:solidFill>
                <a:latin typeface="Roboto Black"/>
                <a:ea typeface="Roboto Black"/>
                <a:cs typeface="Roboto Black"/>
              </a:rPr>
              <a:t>Consensus</a:t>
            </a:r>
          </a:p>
        </p:txBody>
      </p:sp>
      <p:sp>
        <p:nvSpPr>
          <p:cNvPr id="26" name="TextBox 25"/>
          <p:cNvSpPr txBox="1"/>
          <p:nvPr/>
        </p:nvSpPr>
        <p:spPr>
          <a:xfrm>
            <a:off x="9143999" y="1645920"/>
            <a:ext cx="2331720" cy="1005840"/>
          </a:xfrm>
          <a:prstGeom prst="rect">
            <a:avLst/>
          </a:prstGeom>
          <a:noFill/>
        </p:spPr>
        <p:txBody>
          <a:bodyPr wrap="square" anchor="ctr" lIns="45720" rIns="45720" tIns="18288" bIns="18288"/>
          <a:lstStyle/>
          <a:p>
            <a:pPr algn="ctr">
              <a:spcBef>
                <a:spcPts val="0"/>
              </a:spcBef>
              <a:buNone/>
            </a:pPr>
            <a:r>
              <a:rPr sz="1550" b="0">
                <a:solidFill>
                  <a:srgbClr val="222222"/>
                </a:solidFill>
                <a:latin typeface="Roboto Medium"/>
                <a:ea typeface="Roboto Medium"/>
                <a:cs typeface="Roboto Medium"/>
              </a:rPr>
              <a:t>attention → kết quả</a:t>
            </a:r>
          </a:p>
        </p:txBody>
      </p:sp>
      <p:sp>
        <p:nvSpPr>
          <p:cNvPr id="27" name="TextBox 26"/>
          <p:cNvSpPr txBox="1"/>
          <p:nvPr/>
        </p:nvSpPr>
        <p:spPr>
          <a:xfrm>
            <a:off x="411480" y="2926080"/>
            <a:ext cx="5760720" cy="1828800"/>
          </a:xfrm>
          <a:prstGeom prst="rect">
            <a:avLst/>
          </a:prstGeom>
          <a:noFill/>
        </p:spPr>
        <p:txBody>
          <a:bodyPr wrap="square" anchor="t" lIns="45720" rIns="45720" tIns="18288" bIns="18288"/>
          <a:lstStyle/>
          <a:p>
            <a:pPr>
              <a:spcBef>
                <a:spcPts val="0"/>
              </a:spcBef>
              <a:buNone/>
            </a:pPr>
            <a:r>
              <a:rPr sz="1900" b="1">
                <a:solidFill>
                  <a:srgbClr val="003366"/>
                </a:solidFill>
                <a:latin typeface="Roboto Black"/>
                <a:ea typeface="Roboto Black"/>
                <a:cs typeface="Roboto Black"/>
              </a:rPr>
              <a:t>8 agent theo PID</a:t>
            </a:r>
          </a:p>
          <a:p>
            <a:pPr marL="133858" indent="-133858">
              <a:spcBef>
                <a:spcPts val="500"/>
              </a:spcBef>
              <a:buClr>
                <a:srgbClr val="C00000"/>
              </a:buClr>
              <a:buFont typeface="Arial"/>
              <a:buChar char="•"/>
            </a:pPr>
            <a:r>
              <a:rPr sz="1700" b="0">
                <a:solidFill>
                  <a:srgbClr val="222222"/>
                </a:solidFill>
                <a:latin typeface="Roboto Medium"/>
                <a:ea typeface="Roboto Medium"/>
                <a:cs typeface="Roboto Medium"/>
              </a:rPr>
              <a:t>3 </a:t>
            </a:r>
            <a:r>
              <a:rPr sz="1700" b="1">
                <a:solidFill>
                  <a:srgbClr val="003366"/>
                </a:solidFill>
                <a:latin typeface="Roboto Black"/>
                <a:ea typeface="Roboto Black"/>
                <a:cs typeface="Roboto Black"/>
              </a:rPr>
              <a:t>synergy</a:t>
            </a:r>
            <a:r>
              <a:rPr sz="1700" b="0">
                <a:solidFill>
                  <a:srgbClr val="222222"/>
                </a:solidFill>
                <a:latin typeface="Roboto Medium"/>
                <a:ea typeface="Roboto Medium"/>
                <a:cs typeface="Roboto Medium"/>
              </a:rPr>
              <a:t> · 3 </a:t>
            </a:r>
            <a:r>
              <a:rPr sz="1700" b="1">
                <a:solidFill>
                  <a:srgbClr val="003366"/>
                </a:solidFill>
                <a:latin typeface="Roboto Black"/>
                <a:ea typeface="Roboto Black"/>
                <a:cs typeface="Roboto Black"/>
              </a:rPr>
              <a:t>uniqueness</a:t>
            </a:r>
            <a:r>
              <a:rPr sz="1700" b="0">
                <a:solidFill>
                  <a:srgbClr val="222222"/>
                </a:solidFill>
                <a:latin typeface="Roboto Medium"/>
                <a:ea typeface="Roboto Medium"/>
                <a:cs typeface="Roboto Medium"/>
              </a:rPr>
              <a:t> · 2 </a:t>
            </a:r>
            <a:r>
              <a:rPr sz="1700" b="1">
                <a:solidFill>
                  <a:srgbClr val="003366"/>
                </a:solidFill>
                <a:latin typeface="Roboto Black"/>
                <a:ea typeface="Roboto Black"/>
                <a:cs typeface="Roboto Black"/>
              </a:rPr>
              <a:t>redundancy</a:t>
            </a:r>
            <a:r>
              <a:rPr sz="1700" b="0">
                <a:solidFill>
                  <a:srgbClr val="222222"/>
                </a:solidFill>
                <a:latin typeface="Roboto Medium"/>
                <a:ea typeface="Roboto Medium"/>
                <a:cs typeface="Roboto Medium"/>
              </a:rPr>
              <a:t>.</a:t>
            </a:r>
          </a:p>
          <a:p>
            <a:pPr marL="133858" indent="-133858">
              <a:spcBef>
                <a:spcPts val="500"/>
              </a:spcBef>
              <a:buClr>
                <a:srgbClr val="C00000"/>
              </a:buClr>
              <a:buFont typeface="Arial"/>
              <a:buChar char="•"/>
            </a:pPr>
            <a:r>
              <a:rPr sz="1700" b="0">
                <a:solidFill>
                  <a:srgbClr val="222222"/>
                </a:solidFill>
                <a:latin typeface="Roboto Medium"/>
                <a:ea typeface="Roboto Medium"/>
                <a:cs typeface="Roboto Medium"/>
              </a:rPr>
              <a:t>Loss phạt kích hoạt và mật độ giao tiếp: λ‖g‖₁ + λ‖Φ‖².</a:t>
            </a:r>
          </a:p>
        </p:txBody>
      </p:sp>
      <p:sp>
        <p:nvSpPr>
          <p:cNvPr id="28" name="TextBox 27"/>
          <p:cNvSpPr txBox="1"/>
          <p:nvPr/>
        </p:nvSpPr>
        <p:spPr>
          <a:xfrm>
            <a:off x="411480" y="4572000"/>
            <a:ext cx="2743200" cy="685800"/>
          </a:xfrm>
          <a:prstGeom prst="rect">
            <a:avLst/>
          </a:prstGeom>
          <a:noFill/>
        </p:spPr>
        <p:txBody>
          <a:bodyPr wrap="square" anchor="t" lIns="45720" rIns="45720" tIns="18288" bIns="18288"/>
          <a:lstStyle/>
          <a:p>
            <a:pPr>
              <a:spcBef>
                <a:spcPts val="0"/>
              </a:spcBef>
              <a:buNone/>
            </a:pPr>
            <a:r>
              <a:rPr sz="2800" b="1">
                <a:solidFill>
                  <a:srgbClr val="003366"/>
                </a:solidFill>
                <a:latin typeface="Roboto Black"/>
                <a:ea typeface="Roboto Black"/>
                <a:cs typeface="Roboto Black"/>
              </a:rPr>
              <a:t>3.2–5.5 / 8</a:t>
            </a:r>
          </a:p>
        </p:txBody>
      </p:sp>
      <p:sp>
        <p:nvSpPr>
          <p:cNvPr id="29" name="TextBox 28"/>
          <p:cNvSpPr txBox="1"/>
          <p:nvPr/>
        </p:nvSpPr>
        <p:spPr>
          <a:xfrm>
            <a:off x="411480" y="5230368"/>
            <a:ext cx="2743200" cy="640080"/>
          </a:xfrm>
          <a:prstGeom prst="rect">
            <a:avLst/>
          </a:prstGeom>
          <a:noFill/>
        </p:spPr>
        <p:txBody>
          <a:bodyPr wrap="square" anchor="t" lIns="45720" rIns="45720" tIns="18288" bIns="18288"/>
          <a:lstStyle/>
          <a:p>
            <a:pPr>
              <a:spcBef>
                <a:spcPts val="0"/>
              </a:spcBef>
              <a:buNone/>
            </a:pPr>
            <a:r>
              <a:rPr sz="1400" b="0">
                <a:solidFill>
                  <a:srgbClr val="666666"/>
                </a:solidFill>
                <a:latin typeface="Roboto Medium"/>
                <a:ea typeface="Roboto Medium"/>
                <a:cs typeface="Roboto Medium"/>
              </a:rPr>
              <a:t>agent được kích hoạt</a:t>
            </a:r>
          </a:p>
        </p:txBody>
      </p:sp>
      <p:sp>
        <p:nvSpPr>
          <p:cNvPr id="30" name="TextBox 29"/>
          <p:cNvSpPr txBox="1"/>
          <p:nvPr/>
        </p:nvSpPr>
        <p:spPr>
          <a:xfrm>
            <a:off x="3246120" y="4572000"/>
            <a:ext cx="2743200" cy="685800"/>
          </a:xfrm>
          <a:prstGeom prst="rect">
            <a:avLst/>
          </a:prstGeom>
          <a:noFill/>
        </p:spPr>
        <p:txBody>
          <a:bodyPr wrap="square" anchor="t" lIns="45720" rIns="45720" tIns="18288" bIns="18288"/>
          <a:lstStyle/>
          <a:p>
            <a:pPr>
              <a:spcBef>
                <a:spcPts val="0"/>
              </a:spcBef>
              <a:buNone/>
            </a:pPr>
            <a:r>
              <a:rPr sz="2800" b="1">
                <a:solidFill>
                  <a:srgbClr val="003366"/>
                </a:solidFill>
                <a:latin typeface="Roboto Black"/>
                <a:ea typeface="Roboto Black"/>
                <a:cs typeface="Roboto Black"/>
              </a:rPr>
              <a:t>73.5 vs 70.9</a:t>
            </a:r>
          </a:p>
        </p:txBody>
      </p:sp>
      <p:sp>
        <p:nvSpPr>
          <p:cNvPr id="31" name="TextBox 30"/>
          <p:cNvSpPr txBox="1"/>
          <p:nvPr/>
        </p:nvSpPr>
        <p:spPr>
          <a:xfrm>
            <a:off x="3246120" y="5230368"/>
            <a:ext cx="2743200" cy="640080"/>
          </a:xfrm>
          <a:prstGeom prst="rect">
            <a:avLst/>
          </a:prstGeom>
          <a:noFill/>
        </p:spPr>
        <p:txBody>
          <a:bodyPr wrap="square" anchor="t" lIns="45720" rIns="45720" tIns="18288" bIns="18288"/>
          <a:lstStyle/>
          <a:p>
            <a:pPr>
              <a:spcBef>
                <a:spcPts val="0"/>
              </a:spcBef>
              <a:buNone/>
            </a:pPr>
            <a:r>
              <a:rPr sz="1400" b="0">
                <a:solidFill>
                  <a:srgbClr val="666666"/>
                </a:solidFill>
                <a:latin typeface="Roboto Medium"/>
                <a:ea typeface="Roboto Medium"/>
                <a:cs typeface="Roboto Medium"/>
              </a:rPr>
              <a:t>ADNI accuracy (best baseline)</a:t>
            </a:r>
          </a:p>
        </p:txBody>
      </p:sp>
      <p:sp>
        <p:nvSpPr>
          <p:cNvPr id="32" name="Rectangle 31"/>
          <p:cNvSpPr/>
          <p:nvPr/>
        </p:nvSpPr>
        <p:spPr>
          <a:xfrm>
            <a:off x="6400800" y="2971800"/>
            <a:ext cx="5376672" cy="2971800"/>
          </a:xfrm>
          <a:prstGeom prst="rect">
            <a:avLst/>
          </a:prstGeom>
          <a:solidFill>
            <a:srgbClr val="FCF4F4"/>
          </a:solidFill>
          <a:ln w="9525">
            <a:solidFill>
              <a:srgbClr val="EBCBC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400800" y="2971800"/>
            <a:ext cx="5376672" cy="54864"/>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547104" y="3081528"/>
            <a:ext cx="5120640" cy="2788920"/>
          </a:xfrm>
          <a:prstGeom prst="rect">
            <a:avLst/>
          </a:prstGeom>
          <a:noFill/>
        </p:spPr>
        <p:txBody>
          <a:bodyPr wrap="square" anchor="t" lIns="45720" rIns="45720" tIns="18288" bIns="18288"/>
          <a:lstStyle/>
          <a:p>
            <a:pPr>
              <a:spcBef>
                <a:spcPts val="0"/>
              </a:spcBef>
              <a:buNone/>
            </a:pPr>
            <a:r>
              <a:rPr sz="1900" b="1">
                <a:solidFill>
                  <a:srgbClr val="C00000"/>
                </a:solidFill>
                <a:latin typeface="Roboto Black"/>
                <a:ea typeface="Roboto Black"/>
                <a:cs typeface="Roboto Black"/>
              </a:rPr>
              <a:t>Lưu ý khi đánh giá</a:t>
            </a:r>
          </a:p>
          <a:p>
            <a:pPr marL="125984" indent="-125984">
              <a:spcBef>
                <a:spcPts val="500"/>
              </a:spcBef>
              <a:buClr>
                <a:srgbClr val="C00000"/>
              </a:buClr>
              <a:buFont typeface="Arial"/>
              <a:buChar char="•"/>
            </a:pPr>
            <a:r>
              <a:rPr sz="1600" b="0">
                <a:solidFill>
                  <a:srgbClr val="222222"/>
                </a:solidFill>
                <a:latin typeface="Roboto Medium"/>
                <a:ea typeface="Roboto Medium"/>
                <a:cs typeface="Roboto Medium"/>
              </a:rPr>
              <a:t>“Agent” là </a:t>
            </a:r>
            <a:r>
              <a:rPr sz="1600" b="1">
                <a:solidFill>
                  <a:srgbClr val="003366"/>
                </a:solidFill>
                <a:latin typeface="Roboto Black"/>
                <a:ea typeface="Roboto Black"/>
                <a:cs typeface="Roboto Black"/>
              </a:rPr>
              <a:t>neural module</a:t>
            </a:r>
            <a:r>
              <a:rPr sz="1600" b="0">
                <a:solidFill>
                  <a:srgbClr val="222222"/>
                </a:solidFill>
                <a:latin typeface="Roboto Medium"/>
                <a:ea typeface="Roboto Medium"/>
                <a:cs typeface="Roboto Medium"/>
              </a:rPr>
              <a:t>, không phải LLM: bản chất là MoE có message passing.</a:t>
            </a:r>
          </a:p>
          <a:p>
            <a:pPr marL="125984" indent="-125984">
              <a:spcBef>
                <a:spcPts val="500"/>
              </a:spcBef>
              <a:buClr>
                <a:srgbClr val="C00000"/>
              </a:buClr>
              <a:buFont typeface="Arial"/>
              <a:buChar char="•"/>
            </a:pPr>
            <a:r>
              <a:rPr sz="1600" b="0">
                <a:solidFill>
                  <a:srgbClr val="222222"/>
                </a:solidFill>
                <a:latin typeface="Roboto Medium"/>
                <a:ea typeface="Roboto Medium"/>
                <a:cs typeface="Roboto Medium"/>
              </a:rPr>
              <a:t>Bỏ communication: −1.4 điểm; bỏ dynamic scheduling: −1.7 điểm (ADNI).</a:t>
            </a:r>
          </a:p>
          <a:p>
            <a:pPr marL="125984" indent="-125984">
              <a:spcBef>
                <a:spcPts val="500"/>
              </a:spcBef>
              <a:buClr>
                <a:srgbClr val="C00000"/>
              </a:buClr>
              <a:buFont typeface="Arial"/>
              <a:buChar char="•"/>
            </a:pPr>
            <a:r>
              <a:rPr sz="1600" b="0">
                <a:solidFill>
                  <a:srgbClr val="222222"/>
                </a:solidFill>
                <a:latin typeface="Roboto Medium"/>
                <a:ea typeface="Roboto Medium"/>
                <a:cs typeface="Roboto Medium"/>
              </a:rPr>
              <a:t>Số liệu không nhất quán giữa các bảng; baseline yếu.</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20040" y="64008"/>
            <a:ext cx="9509760" cy="548640"/>
          </a:xfrm>
          <a:prstGeom prst="rect">
            <a:avLst/>
          </a:prstGeom>
          <a:noFill/>
        </p:spPr>
        <p:txBody>
          <a:bodyPr wrap="square" anchor="ctr" lIns="45720" rIns="45720" tIns="18288" bIns="18288"/>
          <a:lstStyle/>
          <a:p>
            <a:pPr>
              <a:spcBef>
                <a:spcPts val="0"/>
              </a:spcBef>
              <a:buNone/>
            </a:pPr>
            <a:r>
              <a:rPr sz="2200" b="1">
                <a:solidFill>
                  <a:srgbClr val="FFFFFF"/>
                </a:solidFill>
                <a:latin typeface="Roboto Black"/>
                <a:ea typeface="Roboto Black"/>
                <a:cs typeface="Roboto Black"/>
              </a:rPr>
              <a:t>AGENT-RADAR: attention steering theo context relevance</a:t>
            </a:r>
          </a:p>
        </p:txBody>
      </p:sp>
      <p:sp>
        <p:nvSpPr>
          <p:cNvPr id="3" name="Section"/>
          <p:cNvSpPr txBox="1"/>
          <p:nvPr/>
        </p:nvSpPr>
        <p:spPr>
          <a:xfrm>
            <a:off x="9784080" y="64008"/>
            <a:ext cx="2103120" cy="548640"/>
          </a:xfrm>
          <a:prstGeom prst="rect">
            <a:avLst/>
          </a:prstGeom>
          <a:noFill/>
        </p:spPr>
        <p:txBody>
          <a:bodyPr wrap="square" anchor="ctr" lIns="45720" rIns="45720" tIns="18288" bIns="18288"/>
          <a:lstStyle/>
          <a:p>
            <a:pPr algn="r">
              <a:spcBef>
                <a:spcPts val="0"/>
              </a:spcBef>
              <a:buNone/>
            </a:pPr>
            <a:r>
              <a:rPr sz="1100" b="0">
                <a:solidFill>
                  <a:srgbClr val="B8C6D4"/>
                </a:solidFill>
                <a:latin typeface="Roboto Medium"/>
                <a:ea typeface="Roboto Medium"/>
                <a:cs typeface="Roboto Medium"/>
              </a:rPr>
              <a:t>4. Communication</a:t>
            </a:r>
          </a:p>
        </p:txBody>
      </p:sp>
      <p:sp>
        <p:nvSpPr>
          <p:cNvPr id="4" name="Slide number"/>
          <p:cNvSpPr txBox="1"/>
          <p:nvPr/>
        </p:nvSpPr>
        <p:spPr>
          <a:xfrm>
            <a:off x="11155680" y="6199632"/>
            <a:ext cx="731520" cy="256032"/>
          </a:xfrm>
          <a:prstGeom prst="rect">
            <a:avLst/>
          </a:prstGeom>
          <a:noFill/>
        </p:spPr>
        <p:txBody>
          <a:bodyPr wrap="square" anchor="t" lIns="45720" rIns="45720" tIns="18288" bIns="18288"/>
          <a:lstStyle/>
          <a:p>
            <a:pPr algn="r">
              <a:spcBef>
                <a:spcPts val="0"/>
              </a:spcBef>
              <a:buNone/>
            </a:pPr>
            <a:r>
              <a:rPr sz="1000" b="0">
                <a:solidFill>
                  <a:srgbClr val="666666"/>
                </a:solidFill>
                <a:latin typeface="Roboto Medium"/>
                <a:ea typeface="Roboto Medium"/>
                <a:cs typeface="Roboto Medium"/>
              </a:rPr>
              <a:t>22</a:t>
            </a:r>
          </a:p>
        </p:txBody>
      </p:sp>
      <p:sp>
        <p:nvSpPr>
          <p:cNvPr id="5" name="HUST footer name mask"/>
          <p:cNvSpPr/>
          <p:nvPr/>
        </p:nvSpPr>
        <p:spPr>
          <a:xfrm>
            <a:off x="649224" y="6126480"/>
            <a:ext cx="3273552" cy="5212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HUST footer Vietnamese name"/>
          <p:cNvSpPr txBox="1"/>
          <p:nvPr/>
        </p:nvSpPr>
        <p:spPr>
          <a:xfrm>
            <a:off x="667512" y="6135624"/>
            <a:ext cx="3236976" cy="256032"/>
          </a:xfrm>
          <a:prstGeom prst="rect">
            <a:avLst/>
          </a:prstGeom>
          <a:noFill/>
        </p:spPr>
        <p:txBody>
          <a:bodyPr wrap="square" anchor="t" lIns="0" rIns="0" tIns="0" bIns="0"/>
          <a:lstStyle/>
          <a:p>
            <a:pPr>
              <a:spcBef>
                <a:spcPts val="0"/>
              </a:spcBef>
              <a:buNone/>
            </a:pPr>
            <a:r>
              <a:rPr sz="1688" b="1">
                <a:solidFill>
                  <a:srgbClr val="3F3F3F"/>
                </a:solidFill>
                <a:latin typeface="Roboto Black"/>
                <a:ea typeface="Roboto Black"/>
                <a:cs typeface="Roboto Black"/>
              </a:rPr>
              <a:t>ĐẠI HỌC BÁCH KHOA HÀ NỘI</a:t>
            </a:r>
          </a:p>
        </p:txBody>
      </p:sp>
      <p:sp>
        <p:nvSpPr>
          <p:cNvPr id="7" name="HUST footer English name"/>
          <p:cNvSpPr txBox="1"/>
          <p:nvPr/>
        </p:nvSpPr>
        <p:spPr>
          <a:xfrm>
            <a:off x="667512" y="6391656"/>
            <a:ext cx="3236976" cy="219456"/>
          </a:xfrm>
          <a:prstGeom prst="rect">
            <a:avLst/>
          </a:prstGeom>
          <a:noFill/>
        </p:spPr>
        <p:txBody>
          <a:bodyPr wrap="square" anchor="t" lIns="0" rIns="0" tIns="0" bIns="0"/>
          <a:lstStyle/>
          <a:p>
            <a:pPr>
              <a:spcBef>
                <a:spcPts val="0"/>
              </a:spcBef>
              <a:buNone/>
            </a:pPr>
            <a:r>
              <a:rPr sz="1000" b="0">
                <a:solidFill>
                  <a:srgbClr val="3F3F3F"/>
                </a:solidFill>
                <a:latin typeface="Roboto Medium"/>
                <a:ea typeface="Roboto Medium"/>
                <a:cs typeface="Roboto Medium"/>
              </a:rPr>
              <a:t>HANOI UNIVERSITY OF SCIENCE AND TECHNOLOGY</a:t>
            </a:r>
          </a:p>
        </p:txBody>
      </p:sp>
      <p:sp>
        <p:nvSpPr>
          <p:cNvPr id="8" name="TextBox 7"/>
          <p:cNvSpPr txBox="1"/>
          <p:nvPr/>
        </p:nvSpPr>
        <p:spPr>
          <a:xfrm>
            <a:off x="411480" y="914400"/>
            <a:ext cx="5394960" cy="3017520"/>
          </a:xfrm>
          <a:prstGeom prst="rect">
            <a:avLst/>
          </a:prstGeom>
          <a:noFill/>
        </p:spPr>
        <p:txBody>
          <a:bodyPr wrap="square" anchor="t" lIns="45720" rIns="45720" tIns="18288" bIns="18288"/>
          <a:lstStyle/>
          <a:p>
            <a:pPr>
              <a:spcBef>
                <a:spcPts val="0"/>
              </a:spcBef>
              <a:buNone/>
            </a:pPr>
            <a:r>
              <a:rPr sz="2000" b="1">
                <a:solidFill>
                  <a:srgbClr val="003366"/>
                </a:solidFill>
                <a:latin typeface="Roboto Black"/>
                <a:ea typeface="Roboto Black"/>
                <a:cs typeface="Roboto Black"/>
              </a:rPr>
              <a:t>Ý tưởng</a:t>
            </a:r>
          </a:p>
          <a:p>
            <a:pPr marL="133858" indent="-133858">
              <a:spcBef>
                <a:spcPts val="500"/>
              </a:spcBef>
              <a:buClr>
                <a:srgbClr val="C00000"/>
              </a:buClr>
              <a:buFont typeface="Arial"/>
              <a:buChar char="•"/>
            </a:pPr>
            <a:r>
              <a:rPr sz="1700" b="0">
                <a:solidFill>
                  <a:srgbClr val="222222"/>
                </a:solidFill>
                <a:latin typeface="Roboto Medium"/>
                <a:ea typeface="Roboto Medium"/>
                <a:cs typeface="Roboto Medium"/>
              </a:rPr>
              <a:t>Giữ </a:t>
            </a:r>
            <a:r>
              <a:rPr sz="1700" b="1">
                <a:solidFill>
                  <a:srgbClr val="003366"/>
                </a:solidFill>
                <a:latin typeface="Roboto Black"/>
                <a:ea typeface="Roboto Black"/>
                <a:cs typeface="Roboto Black"/>
              </a:rPr>
              <a:t>toàn bộ</a:t>
            </a:r>
            <a:r>
              <a:rPr sz="1700" b="0">
                <a:solidFill>
                  <a:srgbClr val="222222"/>
                </a:solidFill>
                <a:latin typeface="Roboto Medium"/>
                <a:ea typeface="Roboto Medium"/>
                <a:cs typeface="Roboto Medium"/>
              </a:rPr>
              <a:t> lịch sử, không tóm tắt hay cắt bớt.</a:t>
            </a:r>
          </a:p>
          <a:p>
            <a:pPr marL="133858" indent="-133858">
              <a:spcBef>
                <a:spcPts val="500"/>
              </a:spcBef>
              <a:buClr>
                <a:srgbClr val="C00000"/>
              </a:buClr>
              <a:buFont typeface="Arial"/>
              <a:buChar char="•"/>
            </a:pPr>
            <a:r>
              <a:rPr sz="1700" b="0">
                <a:solidFill>
                  <a:srgbClr val="222222"/>
                </a:solidFill>
                <a:latin typeface="Roboto Medium"/>
                <a:ea typeface="Roboto Medium"/>
                <a:cs typeface="Roboto Medium"/>
              </a:rPr>
              <a:t>Chấm điểm từng câu, câu ≥ θ = 0.65 được nhấn mạnh bằng </a:t>
            </a:r>
            <a:r>
              <a:rPr sz="1700" b="1">
                <a:solidFill>
                  <a:srgbClr val="003366"/>
                </a:solidFill>
                <a:latin typeface="Roboto Black"/>
                <a:ea typeface="Roboto Black"/>
                <a:cs typeface="Roboto Black"/>
              </a:rPr>
              <a:t>SPA</a:t>
            </a:r>
            <a:r>
              <a:rPr sz="1700" b="0">
                <a:solidFill>
                  <a:srgbClr val="222222"/>
                </a:solidFill>
                <a:latin typeface="Roboto Medium"/>
                <a:ea typeface="Roboto Medium"/>
                <a:cs typeface="Roboto Medium"/>
              </a:rPr>
              <a:t>.</a:t>
            </a:r>
          </a:p>
          <a:p>
            <a:pPr marL="133858" indent="-133858">
              <a:spcBef>
                <a:spcPts val="500"/>
              </a:spcBef>
              <a:buClr>
                <a:srgbClr val="C00000"/>
              </a:buClr>
              <a:buFont typeface="Arial"/>
              <a:buChar char="•"/>
            </a:pPr>
            <a:r>
              <a:rPr sz="1700" b="0">
                <a:solidFill>
                  <a:srgbClr val="222222"/>
                </a:solidFill>
                <a:latin typeface="Roboto Medium"/>
                <a:ea typeface="Roboto Medium"/>
                <a:cs typeface="Roboto Medium"/>
              </a:rPr>
              <a:t>Training-free, cắm được vào GPTSwarm, AutoGen, debate.</a:t>
            </a:r>
          </a:p>
        </p:txBody>
      </p:sp>
      <p:sp>
        <p:nvSpPr>
          <p:cNvPr id="9" name="Rectangle 8"/>
          <p:cNvSpPr/>
          <p:nvPr/>
        </p:nvSpPr>
        <p:spPr>
          <a:xfrm>
            <a:off x="411480" y="3977639"/>
            <a:ext cx="5394960" cy="1965960"/>
          </a:xfrm>
          <a:prstGeom prst="rect">
            <a:avLst/>
          </a:prstGeom>
          <a:solidFill>
            <a:srgbClr val="F3F6FB"/>
          </a:solidFill>
          <a:ln w="9525">
            <a:solidFill>
              <a:srgbClr val="CFD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411480" y="3977639"/>
            <a:ext cx="5394960" cy="54864"/>
          </a:xfrm>
          <a:prstGeom prst="rect">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57784" y="4087368"/>
            <a:ext cx="5120640" cy="1783080"/>
          </a:xfrm>
          <a:prstGeom prst="rect">
            <a:avLst/>
          </a:prstGeom>
          <a:noFill/>
        </p:spPr>
        <p:txBody>
          <a:bodyPr wrap="square" anchor="t" lIns="45720" rIns="45720" tIns="18288" bIns="18288"/>
          <a:lstStyle/>
          <a:p>
            <a:pPr>
              <a:spcBef>
                <a:spcPts val="0"/>
              </a:spcBef>
              <a:buNone/>
            </a:pPr>
            <a:r>
              <a:rPr sz="1600" b="1">
                <a:solidFill>
                  <a:srgbClr val="003366"/>
                </a:solidFill>
                <a:latin typeface="Roboto Black"/>
                <a:ea typeface="Roboto Black"/>
                <a:cs typeface="Roboto Black"/>
              </a:rPr>
              <a:t>Điểm của câu s_k</a:t>
            </a:r>
          </a:p>
          <a:p>
            <a:pPr algn="ctr">
              <a:spcBef>
                <a:spcPts val="800"/>
              </a:spcBef>
              <a:buNone/>
            </a:pPr>
            <a:r>
              <a:rPr sz="1800" b="1">
                <a:solidFill>
                  <a:srgbClr val="003366"/>
                </a:solidFill>
                <a:latin typeface="Roboto Black"/>
                <a:ea typeface="Roboto Black"/>
                <a:cs typeface="Roboto Black"/>
              </a:rPr>
              <a:t>λ_s^(d_G − 1) × λ_t^(t − τ − 1) × cos(s_k, q)</a:t>
            </a:r>
          </a:p>
          <a:p>
            <a:pPr algn="ctr">
              <a:spcBef>
                <a:spcPts val="800"/>
              </a:spcBef>
              <a:buNone/>
            </a:pPr>
            <a:r>
              <a:rPr sz="1400" b="0">
                <a:solidFill>
                  <a:srgbClr val="666666"/>
                </a:solidFill>
                <a:latin typeface="Roboto Medium"/>
                <a:ea typeface="Roboto Medium"/>
                <a:cs typeface="Roboto Medium"/>
              </a:rPr>
              <a:t>spatial decay × temporal decay × semantic relevance</a:t>
            </a:r>
          </a:p>
        </p:txBody>
      </p:sp>
      <p:graphicFrame>
        <p:nvGraphicFramePr>
          <p:cNvPr id="12" name="Chart 11"/>
          <p:cNvGraphicFramePr>
            <a:graphicFrameLocks noGrp="1"/>
          </p:cNvGraphicFramePr>
          <p:nvPr/>
        </p:nvGraphicFramePr>
        <p:xfrm>
          <a:off x="6035040" y="914400"/>
          <a:ext cx="5760720" cy="3931920"/>
        </p:xfrm>
        <a:graphic>
          <a:graphicData uri="http://schemas.openxmlformats.org/drawingml/2006/chart">
            <c:chart xmlns:c="http://schemas.openxmlformats.org/drawingml/2006/chart" r:id="rId3"/>
          </a:graphicData>
        </a:graphic>
      </p:graphicFrame>
      <p:sp>
        <p:nvSpPr>
          <p:cNvPr id="13" name="Rectangle 12"/>
          <p:cNvSpPr/>
          <p:nvPr/>
        </p:nvSpPr>
        <p:spPr>
          <a:xfrm>
            <a:off x="6035040" y="4983480"/>
            <a:ext cx="5742432" cy="960120"/>
          </a:xfrm>
          <a:prstGeom prst="rect">
            <a:avLst/>
          </a:prstGeom>
          <a:solidFill>
            <a:srgbClr val="FCF4F4"/>
          </a:solidFill>
          <a:ln w="9525">
            <a:solidFill>
              <a:srgbClr val="EBCBC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035040" y="4983480"/>
            <a:ext cx="5742432" cy="54864"/>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181344" y="5056632"/>
            <a:ext cx="5486400" cy="822960"/>
          </a:xfrm>
          <a:prstGeom prst="rect">
            <a:avLst/>
          </a:prstGeom>
          <a:noFill/>
        </p:spPr>
        <p:txBody>
          <a:bodyPr wrap="square" anchor="ctr" lIns="45720" rIns="45720" tIns="18288" bIns="18288"/>
          <a:lstStyle/>
          <a:p>
            <a:pPr>
              <a:spcBef>
                <a:spcPts val="0"/>
              </a:spcBef>
              <a:buNone/>
            </a:pPr>
            <a:r>
              <a:rPr sz="1450" b="0">
                <a:solidFill>
                  <a:srgbClr val="222222"/>
                </a:solidFill>
                <a:latin typeface="Roboto Medium"/>
                <a:ea typeface="Roboto Medium"/>
                <a:cs typeface="Roboto Medium"/>
              </a:rPr>
              <a:t>Latency +23% · cần </a:t>
            </a:r>
            <a:r>
              <a:rPr sz="1450" b="1">
                <a:solidFill>
                  <a:srgbClr val="003366"/>
                </a:solidFill>
                <a:latin typeface="Roboto Black"/>
                <a:ea typeface="Roboto Black"/>
                <a:cs typeface="Roboto Black"/>
              </a:rPr>
              <a:t>white-box</a:t>
            </a:r>
            <a:r>
              <a:rPr sz="1450" b="0">
                <a:solidFill>
                  <a:srgbClr val="222222"/>
                </a:solidFill>
                <a:latin typeface="Roboto Medium"/>
                <a:ea typeface="Roboto Medium"/>
                <a:cs typeface="Roboto Medium"/>
              </a:rPr>
              <a:t> (logit) → không dùng với API model · tune trên MuSiQue (cũng là test set).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photo" descr="p5.jpg"/>
          <p:cNvPicPr>
            <a:picLocks noChangeAspect="1"/>
          </p:cNvPicPr>
          <p:nvPr/>
        </p:nvPicPr>
        <p:blipFill>
          <a:blip r:embed="rId3"/>
          <a:stretch>
            <a:fillRect/>
          </a:stretch>
        </p:blipFill>
        <p:spPr>
          <a:xfrm>
            <a:off x="0" y="0"/>
            <a:ext cx="12191695" cy="6858000"/>
          </a:xfrm>
          <a:prstGeom prst="rect">
            <a:avLst/>
          </a:prstGeom>
        </p:spPr>
      </p:pic>
      <p:pic>
        <p:nvPicPr>
          <p:cNvPr id="3" name="Picture 2" descr="hust_logo.png"/>
          <p:cNvPicPr>
            <a:picLocks noChangeAspect="1"/>
          </p:cNvPicPr>
          <p:nvPr/>
        </p:nvPicPr>
        <p:blipFill>
          <a:blip r:embed="rId4"/>
          <a:stretch>
            <a:fillRect/>
          </a:stretch>
        </p:blipFill>
        <p:spPr>
          <a:xfrm>
            <a:off x="393192" y="274320"/>
            <a:ext cx="3172968" cy="1152144"/>
          </a:xfrm>
          <a:prstGeom prst="rect">
            <a:avLst/>
          </a:prstGeom>
        </p:spPr>
      </p:pic>
      <p:sp>
        <p:nvSpPr>
          <p:cNvPr id="4" name="Part number"/>
          <p:cNvSpPr txBox="1"/>
          <p:nvPr/>
        </p:nvSpPr>
        <p:spPr>
          <a:xfrm>
            <a:off x="749808" y="2176272"/>
            <a:ext cx="1554480" cy="1188720"/>
          </a:xfrm>
          <a:prstGeom prst="rect">
            <a:avLst/>
          </a:prstGeom>
          <a:noFill/>
        </p:spPr>
        <p:txBody>
          <a:bodyPr wrap="square" anchor="t" lIns="45720" rIns="45720" tIns="18288" bIns="18288"/>
          <a:lstStyle/>
          <a:p>
            <a:pPr>
              <a:spcBef>
                <a:spcPts val="0"/>
              </a:spcBef>
              <a:buNone/>
            </a:pPr>
            <a:r>
              <a:rPr sz="8000" b="1">
                <a:solidFill>
                  <a:srgbClr val="C00000"/>
                </a:solidFill>
                <a:latin typeface="Roboto Black"/>
                <a:ea typeface="Roboto Black"/>
                <a:cs typeface="Roboto Black"/>
              </a:rPr>
              <a:t>05</a:t>
            </a:r>
          </a:p>
        </p:txBody>
      </p:sp>
      <p:sp>
        <p:nvSpPr>
          <p:cNvPr id="5" name="TextBox 4"/>
          <p:cNvSpPr txBox="1"/>
          <p:nvPr/>
        </p:nvSpPr>
        <p:spPr>
          <a:xfrm>
            <a:off x="2331720" y="2395728"/>
            <a:ext cx="3657600" cy="365760"/>
          </a:xfrm>
          <a:prstGeom prst="rect">
            <a:avLst/>
          </a:prstGeom>
          <a:noFill/>
        </p:spPr>
        <p:txBody>
          <a:bodyPr wrap="square" anchor="t" lIns="45720" rIns="45720" tIns="18288" bIns="18288"/>
          <a:lstStyle/>
          <a:p>
            <a:pPr>
              <a:spcBef>
                <a:spcPts val="0"/>
              </a:spcBef>
              <a:buNone/>
            </a:pPr>
            <a:r>
              <a:rPr sz="1500" b="1">
                <a:solidFill>
                  <a:srgbClr val="C00000"/>
                </a:solidFill>
                <a:latin typeface="Roboto Black"/>
                <a:ea typeface="Roboto Black"/>
                <a:cs typeface="Roboto Black"/>
              </a:rPr>
              <a:t>PHẦN 5</a:t>
            </a:r>
          </a:p>
        </p:txBody>
      </p:sp>
      <p:sp>
        <p:nvSpPr>
          <p:cNvPr id="6" name="Title"/>
          <p:cNvSpPr txBox="1"/>
          <p:nvPr/>
        </p:nvSpPr>
        <p:spPr>
          <a:xfrm>
            <a:off x="2313432" y="2724912"/>
            <a:ext cx="6400800" cy="731520"/>
          </a:xfrm>
          <a:prstGeom prst="rect">
            <a:avLst/>
          </a:prstGeom>
          <a:noFill/>
        </p:spPr>
        <p:txBody>
          <a:bodyPr wrap="square" anchor="t" lIns="45720" rIns="45720" tIns="18288" bIns="18288"/>
          <a:lstStyle/>
          <a:p>
            <a:pPr>
              <a:spcBef>
                <a:spcPts val="0"/>
              </a:spcBef>
              <a:buNone/>
            </a:pPr>
            <a:r>
              <a:rPr sz="3100" b="1">
                <a:solidFill>
                  <a:srgbClr val="003366"/>
                </a:solidFill>
                <a:latin typeface="Roboto Black"/>
                <a:ea typeface="Roboto Black"/>
                <a:cs typeface="Roboto Black"/>
              </a:rPr>
              <a:t>Domain Applications</a:t>
            </a:r>
          </a:p>
        </p:txBody>
      </p:sp>
      <p:sp>
        <p:nvSpPr>
          <p:cNvPr id="7" name="Rectangle 6"/>
          <p:cNvSpPr/>
          <p:nvPr/>
        </p:nvSpPr>
        <p:spPr>
          <a:xfrm>
            <a:off x="841248" y="3657600"/>
            <a:ext cx="1005840" cy="54864"/>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41248" y="3995928"/>
            <a:ext cx="274320" cy="274320"/>
          </a:xfrm>
          <a:prstGeom prst="roundRect">
            <a:avLst>
              <a:gd name="adj" fmla="val 12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41248" y="3995928"/>
            <a:ext cx="274320" cy="274320"/>
          </a:xfrm>
          <a:prstGeom prst="rect">
            <a:avLst/>
          </a:prstGeom>
          <a:noFill/>
        </p:spPr>
        <p:txBody>
          <a:bodyPr wrap="square" anchor="ctr" lIns="0" rIns="0" tIns="0" bIns="0"/>
          <a:lstStyle/>
          <a:p>
            <a:pPr algn="ctr">
              <a:spcBef>
                <a:spcPts val="0"/>
              </a:spcBef>
              <a:buNone/>
            </a:pPr>
            <a:r>
              <a:rPr sz="1100" b="1">
                <a:solidFill>
                  <a:srgbClr val="FFFFFF"/>
                </a:solidFill>
                <a:latin typeface="Roboto Black"/>
                <a:ea typeface="Roboto Black"/>
                <a:cs typeface="Roboto Black"/>
              </a:rPr>
              <a:t>1</a:t>
            </a:r>
          </a:p>
        </p:txBody>
      </p:sp>
      <p:sp>
        <p:nvSpPr>
          <p:cNvPr id="10" name="TextBox 9"/>
          <p:cNvSpPr txBox="1"/>
          <p:nvPr/>
        </p:nvSpPr>
        <p:spPr>
          <a:xfrm>
            <a:off x="1261872" y="3950208"/>
            <a:ext cx="5852160" cy="365760"/>
          </a:xfrm>
          <a:prstGeom prst="rect">
            <a:avLst/>
          </a:prstGeom>
          <a:noFill/>
        </p:spPr>
        <p:txBody>
          <a:bodyPr wrap="square" anchor="ctr" lIns="45720" rIns="45720" tIns="18288" bIns="18288"/>
          <a:lstStyle/>
          <a:p>
            <a:pPr>
              <a:spcBef>
                <a:spcPts val="0"/>
              </a:spcBef>
              <a:buNone/>
            </a:pPr>
            <a:r>
              <a:rPr sz="1600" b="0">
                <a:solidFill>
                  <a:srgbClr val="222B36"/>
                </a:solidFill>
                <a:latin typeface="Roboto Medium"/>
                <a:ea typeface="Roboto Medium"/>
                <a:cs typeface="Roboto Medium"/>
              </a:rPr>
              <a:t>MAC-RRG: radiology report generation</a:t>
            </a:r>
          </a:p>
        </p:txBody>
      </p:sp>
      <p:sp>
        <p:nvSpPr>
          <p:cNvPr id="11" name="Rounded Rectangle 10"/>
          <p:cNvSpPr/>
          <p:nvPr/>
        </p:nvSpPr>
        <p:spPr>
          <a:xfrm>
            <a:off x="841248" y="4453128"/>
            <a:ext cx="274320" cy="274320"/>
          </a:xfrm>
          <a:prstGeom prst="roundRect">
            <a:avLst>
              <a:gd name="adj" fmla="val 12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 y="4453128"/>
            <a:ext cx="274320" cy="274320"/>
          </a:xfrm>
          <a:prstGeom prst="rect">
            <a:avLst/>
          </a:prstGeom>
          <a:noFill/>
        </p:spPr>
        <p:txBody>
          <a:bodyPr wrap="square" anchor="ctr" lIns="0" rIns="0" tIns="0" bIns="0"/>
          <a:lstStyle/>
          <a:p>
            <a:pPr algn="ctr">
              <a:spcBef>
                <a:spcPts val="0"/>
              </a:spcBef>
              <a:buNone/>
            </a:pPr>
            <a:r>
              <a:rPr sz="1100" b="1">
                <a:solidFill>
                  <a:srgbClr val="FFFFFF"/>
                </a:solidFill>
                <a:latin typeface="Roboto Black"/>
                <a:ea typeface="Roboto Black"/>
                <a:cs typeface="Roboto Black"/>
              </a:rPr>
              <a:t>2</a:t>
            </a:r>
          </a:p>
        </p:txBody>
      </p:sp>
      <p:sp>
        <p:nvSpPr>
          <p:cNvPr id="13" name="TextBox 12"/>
          <p:cNvSpPr txBox="1"/>
          <p:nvPr/>
        </p:nvSpPr>
        <p:spPr>
          <a:xfrm>
            <a:off x="1261872" y="4407408"/>
            <a:ext cx="5852160" cy="365760"/>
          </a:xfrm>
          <a:prstGeom prst="rect">
            <a:avLst/>
          </a:prstGeom>
          <a:noFill/>
        </p:spPr>
        <p:txBody>
          <a:bodyPr wrap="square" anchor="ctr" lIns="45720" rIns="45720" tIns="18288" bIns="18288"/>
          <a:lstStyle/>
          <a:p>
            <a:pPr>
              <a:spcBef>
                <a:spcPts val="0"/>
              </a:spcBef>
              <a:buNone/>
            </a:pPr>
            <a:r>
              <a:rPr sz="1600" b="0">
                <a:solidFill>
                  <a:srgbClr val="222B36"/>
                </a:solidFill>
                <a:latin typeface="Roboto Medium"/>
                <a:ea typeface="Roboto Medium"/>
                <a:cs typeface="Roboto Medium"/>
              </a:rPr>
              <a:t>UrbanAgent: urban region profiling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20040" y="64008"/>
            <a:ext cx="9509760" cy="548640"/>
          </a:xfrm>
          <a:prstGeom prst="rect">
            <a:avLst/>
          </a:prstGeom>
          <a:noFill/>
        </p:spPr>
        <p:txBody>
          <a:bodyPr wrap="square" anchor="ctr" lIns="45720" rIns="45720" tIns="18288" bIns="18288"/>
          <a:lstStyle/>
          <a:p>
            <a:pPr>
              <a:spcBef>
                <a:spcPts val="0"/>
              </a:spcBef>
              <a:buNone/>
            </a:pPr>
            <a:r>
              <a:rPr sz="2200" b="1">
                <a:solidFill>
                  <a:srgbClr val="FFFFFF"/>
                </a:solidFill>
                <a:latin typeface="Roboto Black"/>
                <a:ea typeface="Roboto Black"/>
                <a:cs typeface="Roboto Black"/>
              </a:rPr>
              <a:t>MAC-RRG: multi-agent cho radiology report generation</a:t>
            </a:r>
          </a:p>
        </p:txBody>
      </p:sp>
      <p:sp>
        <p:nvSpPr>
          <p:cNvPr id="3" name="Section"/>
          <p:cNvSpPr txBox="1"/>
          <p:nvPr/>
        </p:nvSpPr>
        <p:spPr>
          <a:xfrm>
            <a:off x="9784080" y="64008"/>
            <a:ext cx="2103120" cy="548640"/>
          </a:xfrm>
          <a:prstGeom prst="rect">
            <a:avLst/>
          </a:prstGeom>
          <a:noFill/>
        </p:spPr>
        <p:txBody>
          <a:bodyPr wrap="square" anchor="ctr" lIns="45720" rIns="45720" tIns="18288" bIns="18288"/>
          <a:lstStyle/>
          <a:p>
            <a:pPr algn="r">
              <a:spcBef>
                <a:spcPts val="0"/>
              </a:spcBef>
              <a:buNone/>
            </a:pPr>
            <a:r>
              <a:rPr sz="1100" b="0">
                <a:solidFill>
                  <a:srgbClr val="B8C6D4"/>
                </a:solidFill>
                <a:latin typeface="Roboto Medium"/>
                <a:ea typeface="Roboto Medium"/>
                <a:cs typeface="Roboto Medium"/>
              </a:rPr>
              <a:t>5. Application</a:t>
            </a:r>
          </a:p>
        </p:txBody>
      </p:sp>
      <p:sp>
        <p:nvSpPr>
          <p:cNvPr id="4" name="Slide number"/>
          <p:cNvSpPr txBox="1"/>
          <p:nvPr/>
        </p:nvSpPr>
        <p:spPr>
          <a:xfrm>
            <a:off x="11155680" y="6199632"/>
            <a:ext cx="731520" cy="256032"/>
          </a:xfrm>
          <a:prstGeom prst="rect">
            <a:avLst/>
          </a:prstGeom>
          <a:noFill/>
        </p:spPr>
        <p:txBody>
          <a:bodyPr wrap="square" anchor="t" lIns="45720" rIns="45720" tIns="18288" bIns="18288"/>
          <a:lstStyle/>
          <a:p>
            <a:pPr algn="r">
              <a:spcBef>
                <a:spcPts val="0"/>
              </a:spcBef>
              <a:buNone/>
            </a:pPr>
            <a:r>
              <a:rPr sz="1000" b="0">
                <a:solidFill>
                  <a:srgbClr val="666666"/>
                </a:solidFill>
                <a:latin typeface="Roboto Medium"/>
                <a:ea typeface="Roboto Medium"/>
                <a:cs typeface="Roboto Medium"/>
              </a:rPr>
              <a:t>24</a:t>
            </a:r>
          </a:p>
        </p:txBody>
      </p:sp>
      <p:sp>
        <p:nvSpPr>
          <p:cNvPr id="5" name="HUST footer name mask"/>
          <p:cNvSpPr/>
          <p:nvPr/>
        </p:nvSpPr>
        <p:spPr>
          <a:xfrm>
            <a:off x="649224" y="6126480"/>
            <a:ext cx="3273552" cy="5212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HUST footer Vietnamese name"/>
          <p:cNvSpPr txBox="1"/>
          <p:nvPr/>
        </p:nvSpPr>
        <p:spPr>
          <a:xfrm>
            <a:off x="667512" y="6135624"/>
            <a:ext cx="3236976" cy="256032"/>
          </a:xfrm>
          <a:prstGeom prst="rect">
            <a:avLst/>
          </a:prstGeom>
          <a:noFill/>
        </p:spPr>
        <p:txBody>
          <a:bodyPr wrap="square" anchor="t" lIns="0" rIns="0" tIns="0" bIns="0"/>
          <a:lstStyle/>
          <a:p>
            <a:pPr>
              <a:spcBef>
                <a:spcPts val="0"/>
              </a:spcBef>
              <a:buNone/>
            </a:pPr>
            <a:r>
              <a:rPr sz="1688" b="1">
                <a:solidFill>
                  <a:srgbClr val="3F3F3F"/>
                </a:solidFill>
                <a:latin typeface="Roboto Black"/>
                <a:ea typeface="Roboto Black"/>
                <a:cs typeface="Roboto Black"/>
              </a:rPr>
              <a:t>ĐẠI HỌC BÁCH KHOA HÀ NỘI</a:t>
            </a:r>
          </a:p>
        </p:txBody>
      </p:sp>
      <p:sp>
        <p:nvSpPr>
          <p:cNvPr id="7" name="HUST footer English name"/>
          <p:cNvSpPr txBox="1"/>
          <p:nvPr/>
        </p:nvSpPr>
        <p:spPr>
          <a:xfrm>
            <a:off x="667512" y="6391656"/>
            <a:ext cx="3236976" cy="219456"/>
          </a:xfrm>
          <a:prstGeom prst="rect">
            <a:avLst/>
          </a:prstGeom>
          <a:noFill/>
        </p:spPr>
        <p:txBody>
          <a:bodyPr wrap="square" anchor="t" lIns="0" rIns="0" tIns="0" bIns="0"/>
          <a:lstStyle/>
          <a:p>
            <a:pPr>
              <a:spcBef>
                <a:spcPts val="0"/>
              </a:spcBef>
              <a:buNone/>
            </a:pPr>
            <a:r>
              <a:rPr sz="1000" b="0">
                <a:solidFill>
                  <a:srgbClr val="3F3F3F"/>
                </a:solidFill>
                <a:latin typeface="Roboto Medium"/>
                <a:ea typeface="Roboto Medium"/>
                <a:cs typeface="Roboto Medium"/>
              </a:rPr>
              <a:t>HANOI UNIVERSITY OF SCIENCE AND TECHNOLOGY</a:t>
            </a:r>
          </a:p>
        </p:txBody>
      </p:sp>
      <p:sp>
        <p:nvSpPr>
          <p:cNvPr id="8" name="Rounded Rectangle 7"/>
          <p:cNvSpPr/>
          <p:nvPr/>
        </p:nvSpPr>
        <p:spPr>
          <a:xfrm>
            <a:off x="411480" y="1051560"/>
            <a:ext cx="1965960" cy="1188720"/>
          </a:xfrm>
          <a:prstGeom prst="roundRect">
            <a:avLst>
              <a:gd name="adj" fmla="val 12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11480" y="1051560"/>
            <a:ext cx="1965960" cy="1188720"/>
          </a:xfrm>
          <a:prstGeom prst="rect">
            <a:avLst/>
          </a:prstGeom>
          <a:noFill/>
        </p:spPr>
        <p:txBody>
          <a:bodyPr wrap="square" anchor="ctr" lIns="45720" rIns="45720" tIns="18288" bIns="18288"/>
          <a:lstStyle/>
          <a:p>
            <a:pPr algn="ctr">
              <a:spcBef>
                <a:spcPts val="0"/>
              </a:spcBef>
              <a:buNone/>
            </a:pPr>
            <a:r>
              <a:rPr sz="1800" b="1">
                <a:solidFill>
                  <a:srgbClr val="FFFFFF"/>
                </a:solidFill>
                <a:latin typeface="Roboto Black"/>
                <a:ea typeface="Roboto Black"/>
                <a:cs typeface="Roboto Black"/>
              </a:rPr>
              <a:t>X-ray</a:t>
            </a:r>
          </a:p>
          <a:p>
            <a:pPr algn="ctr">
              <a:spcBef>
                <a:spcPts val="200"/>
              </a:spcBef>
              <a:buNone/>
            </a:pPr>
            <a:r>
              <a:rPr sz="1350" b="0">
                <a:solidFill>
                  <a:srgbClr val="FFFFFF"/>
                </a:solidFill>
                <a:latin typeface="Roboto Medium"/>
                <a:ea typeface="Roboto Medium"/>
                <a:cs typeface="Roboto Medium"/>
              </a:rPr>
              <a:t>ảnh ngực</a:t>
            </a:r>
          </a:p>
        </p:txBody>
      </p:sp>
      <p:sp>
        <p:nvSpPr>
          <p:cNvPr id="10" name="Right Arrow 9"/>
          <p:cNvSpPr/>
          <p:nvPr/>
        </p:nvSpPr>
        <p:spPr>
          <a:xfrm>
            <a:off x="2404872" y="1481328"/>
            <a:ext cx="310896" cy="329184"/>
          </a:xfrm>
          <a:prstGeom prst="right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743200" y="1051560"/>
            <a:ext cx="1965960" cy="1188720"/>
          </a:xfrm>
          <a:prstGeom prst="roundRect">
            <a:avLst>
              <a:gd name="adj" fmla="val 12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743200" y="1051560"/>
            <a:ext cx="1965960" cy="1188720"/>
          </a:xfrm>
          <a:prstGeom prst="rect">
            <a:avLst/>
          </a:prstGeom>
          <a:noFill/>
        </p:spPr>
        <p:txBody>
          <a:bodyPr wrap="square" anchor="ctr" lIns="45720" rIns="45720" tIns="18288" bIns="18288"/>
          <a:lstStyle/>
          <a:p>
            <a:pPr algn="ctr">
              <a:spcBef>
                <a:spcPts val="0"/>
              </a:spcBef>
              <a:buNone/>
            </a:pPr>
            <a:r>
              <a:rPr sz="1800" b="1">
                <a:solidFill>
                  <a:srgbClr val="FFFFFF"/>
                </a:solidFill>
                <a:latin typeface="Roboto Black"/>
                <a:ea typeface="Roboto Black"/>
                <a:cs typeface="Roboto Black"/>
              </a:rPr>
              <a:t>Draft</a:t>
            </a:r>
          </a:p>
          <a:p>
            <a:pPr algn="ctr">
              <a:spcBef>
                <a:spcPts val="200"/>
              </a:spcBef>
              <a:buNone/>
            </a:pPr>
            <a:r>
              <a:rPr sz="1350" b="0">
                <a:solidFill>
                  <a:srgbClr val="FFFFFF"/>
                </a:solidFill>
                <a:latin typeface="Roboto Medium"/>
                <a:ea typeface="Roboto Medium"/>
                <a:cs typeface="Roboto Medium"/>
              </a:rPr>
              <a:t>Swin + Llama2-7B</a:t>
            </a:r>
          </a:p>
        </p:txBody>
      </p:sp>
      <p:sp>
        <p:nvSpPr>
          <p:cNvPr id="13" name="Right Arrow 12"/>
          <p:cNvSpPr/>
          <p:nvPr/>
        </p:nvSpPr>
        <p:spPr>
          <a:xfrm>
            <a:off x="4736592" y="1481328"/>
            <a:ext cx="310896" cy="329184"/>
          </a:xfrm>
          <a:prstGeom prst="right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074920" y="1051560"/>
            <a:ext cx="1965960" cy="1188720"/>
          </a:xfrm>
          <a:prstGeom prst="roundRect">
            <a:avLst>
              <a:gd name="adj" fmla="val 12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074920" y="1051560"/>
            <a:ext cx="1965960" cy="1188720"/>
          </a:xfrm>
          <a:prstGeom prst="rect">
            <a:avLst/>
          </a:prstGeom>
          <a:noFill/>
        </p:spPr>
        <p:txBody>
          <a:bodyPr wrap="square" anchor="ctr" lIns="45720" rIns="45720" tIns="18288" bIns="18288"/>
          <a:lstStyle/>
          <a:p>
            <a:pPr algn="ctr">
              <a:spcBef>
                <a:spcPts val="0"/>
              </a:spcBef>
              <a:buNone/>
            </a:pPr>
            <a:r>
              <a:rPr sz="1800" b="1">
                <a:solidFill>
                  <a:srgbClr val="FFFFFF"/>
                </a:solidFill>
                <a:latin typeface="Roboto Black"/>
                <a:ea typeface="Roboto Black"/>
                <a:cs typeface="Roboto Black"/>
              </a:rPr>
              <a:t>Entities</a:t>
            </a:r>
          </a:p>
          <a:p>
            <a:pPr algn="ctr">
              <a:spcBef>
                <a:spcPts val="200"/>
              </a:spcBef>
              <a:buNone/>
            </a:pPr>
            <a:r>
              <a:rPr sz="1350" b="0">
                <a:solidFill>
                  <a:srgbClr val="FFFFFF"/>
                </a:solidFill>
                <a:latin typeface="Roboto Medium"/>
                <a:ea typeface="Roboto Medium"/>
                <a:cs typeface="Roboto Medium"/>
              </a:rPr>
              <a:t>giải phẫu, bệnh lý</a:t>
            </a:r>
          </a:p>
        </p:txBody>
      </p:sp>
      <p:sp>
        <p:nvSpPr>
          <p:cNvPr id="16" name="Right Arrow 15"/>
          <p:cNvSpPr/>
          <p:nvPr/>
        </p:nvSpPr>
        <p:spPr>
          <a:xfrm>
            <a:off x="7068312" y="1481328"/>
            <a:ext cx="310896" cy="329184"/>
          </a:xfrm>
          <a:prstGeom prst="right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406640" y="1051560"/>
            <a:ext cx="1965960" cy="1188720"/>
          </a:xfrm>
          <a:prstGeom prst="roundRect">
            <a:avLst>
              <a:gd name="adj" fmla="val 12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406640" y="1051560"/>
            <a:ext cx="1965960" cy="1188720"/>
          </a:xfrm>
          <a:prstGeom prst="rect">
            <a:avLst/>
          </a:prstGeom>
          <a:noFill/>
        </p:spPr>
        <p:txBody>
          <a:bodyPr wrap="square" anchor="ctr" lIns="45720" rIns="45720" tIns="18288" bIns="18288"/>
          <a:lstStyle/>
          <a:p>
            <a:pPr algn="ctr">
              <a:spcBef>
                <a:spcPts val="0"/>
              </a:spcBef>
              <a:buNone/>
            </a:pPr>
            <a:r>
              <a:rPr sz="1800" b="1">
                <a:solidFill>
                  <a:srgbClr val="FFFFFF"/>
                </a:solidFill>
                <a:latin typeface="Roboto Black"/>
                <a:ea typeface="Roboto Black"/>
                <a:cs typeface="Roboto Black"/>
              </a:rPr>
              <a:t>2 agent</a:t>
            </a:r>
          </a:p>
          <a:p>
            <a:pPr algn="ctr">
              <a:spcBef>
                <a:spcPts val="200"/>
              </a:spcBef>
              <a:buNone/>
            </a:pPr>
            <a:r>
              <a:rPr sz="1350" b="0">
                <a:solidFill>
                  <a:srgbClr val="FFFFFF"/>
                </a:solidFill>
                <a:latin typeface="Roboto Medium"/>
                <a:ea typeface="Roboto Medium"/>
                <a:cs typeface="Roboto Medium"/>
              </a:rPr>
              <a:t>MM-KG + Knowledge</a:t>
            </a:r>
          </a:p>
        </p:txBody>
      </p:sp>
      <p:sp>
        <p:nvSpPr>
          <p:cNvPr id="19" name="Right Arrow 18"/>
          <p:cNvSpPr/>
          <p:nvPr/>
        </p:nvSpPr>
        <p:spPr>
          <a:xfrm>
            <a:off x="9400032" y="1481328"/>
            <a:ext cx="310896" cy="329184"/>
          </a:xfrm>
          <a:prstGeom prst="right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738359" y="1051560"/>
            <a:ext cx="1965960" cy="1188720"/>
          </a:xfrm>
          <a:prstGeom prst="roundRect">
            <a:avLst>
              <a:gd name="adj" fmla="val 12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738359" y="1051560"/>
            <a:ext cx="1965960" cy="1188720"/>
          </a:xfrm>
          <a:prstGeom prst="rect">
            <a:avLst/>
          </a:prstGeom>
          <a:noFill/>
        </p:spPr>
        <p:txBody>
          <a:bodyPr wrap="square" anchor="ctr" lIns="45720" rIns="45720" tIns="18288" bIns="18288"/>
          <a:lstStyle/>
          <a:p>
            <a:pPr algn="ctr">
              <a:spcBef>
                <a:spcPts val="0"/>
              </a:spcBef>
              <a:buNone/>
            </a:pPr>
            <a:r>
              <a:rPr sz="1800" b="1">
                <a:solidFill>
                  <a:srgbClr val="FFFFFF"/>
                </a:solidFill>
                <a:latin typeface="Roboto Black"/>
                <a:ea typeface="Roboto Black"/>
                <a:cs typeface="Roboto Black"/>
              </a:rPr>
              <a:t>Report</a:t>
            </a:r>
          </a:p>
          <a:p>
            <a:pPr algn="ctr">
              <a:spcBef>
                <a:spcPts val="200"/>
              </a:spcBef>
              <a:buNone/>
            </a:pPr>
            <a:r>
              <a:rPr sz="1350" b="0">
                <a:solidFill>
                  <a:srgbClr val="FFFFFF"/>
                </a:solidFill>
                <a:latin typeface="Roboto Medium"/>
                <a:ea typeface="Roboto Medium"/>
                <a:cs typeface="Roboto Medium"/>
              </a:rPr>
              <a:t>refined</a:t>
            </a:r>
          </a:p>
        </p:txBody>
      </p:sp>
      <p:sp>
        <p:nvSpPr>
          <p:cNvPr id="22" name="Rectangle 21"/>
          <p:cNvSpPr/>
          <p:nvPr/>
        </p:nvSpPr>
        <p:spPr>
          <a:xfrm>
            <a:off x="411480" y="2606040"/>
            <a:ext cx="5669280" cy="1508760"/>
          </a:xfrm>
          <a:prstGeom prst="rect">
            <a:avLst/>
          </a:prstGeom>
          <a:solidFill>
            <a:srgbClr val="F3F6FB"/>
          </a:solidFill>
          <a:ln w="9525">
            <a:solidFill>
              <a:srgbClr val="CFD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411480" y="2606040"/>
            <a:ext cx="5669280" cy="54864"/>
          </a:xfrm>
          <a:prstGeom prst="rect">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57784" y="2715768"/>
            <a:ext cx="5394960" cy="640080"/>
          </a:xfrm>
          <a:prstGeom prst="rect">
            <a:avLst/>
          </a:prstGeom>
          <a:noFill/>
        </p:spPr>
        <p:txBody>
          <a:bodyPr wrap="square" anchor="t" lIns="45720" rIns="45720" tIns="18288" bIns="18288"/>
          <a:lstStyle/>
          <a:p>
            <a:pPr>
              <a:spcBef>
                <a:spcPts val="0"/>
              </a:spcBef>
              <a:buNone/>
            </a:pPr>
            <a:r>
              <a:rPr sz="2800" b="1">
                <a:solidFill>
                  <a:srgbClr val="003366"/>
                </a:solidFill>
                <a:latin typeface="Roboto Black"/>
                <a:ea typeface="Roboto Black"/>
                <a:cs typeface="Roboto Black"/>
              </a:rPr>
              <a:t>0.197 / 0.128 / 0.105</a:t>
            </a:r>
          </a:p>
        </p:txBody>
      </p:sp>
      <p:sp>
        <p:nvSpPr>
          <p:cNvPr id="25" name="TextBox 24"/>
          <p:cNvSpPr txBox="1"/>
          <p:nvPr/>
        </p:nvSpPr>
        <p:spPr>
          <a:xfrm>
            <a:off x="557784" y="3355848"/>
            <a:ext cx="5394960" cy="640080"/>
          </a:xfrm>
          <a:prstGeom prst="rect">
            <a:avLst/>
          </a:prstGeom>
          <a:noFill/>
        </p:spPr>
        <p:txBody>
          <a:bodyPr wrap="square" anchor="t" lIns="45720" rIns="45720" tIns="18288" bIns="18288"/>
          <a:lstStyle/>
          <a:p>
            <a:pPr>
              <a:spcBef>
                <a:spcPts val="0"/>
              </a:spcBef>
              <a:buNone/>
            </a:pPr>
            <a:r>
              <a:rPr sz="1500" b="0">
                <a:solidFill>
                  <a:srgbClr val="666666"/>
                </a:solidFill>
                <a:latin typeface="Roboto Medium"/>
                <a:ea typeface="Roboto Medium"/>
                <a:cs typeface="Roboto Medium"/>
              </a:rPr>
              <a:t>BLEU-4 trên IU X-Ray / MIMIC-CXR / CheXpert Plus</a:t>
            </a:r>
          </a:p>
        </p:txBody>
      </p:sp>
      <p:sp>
        <p:nvSpPr>
          <p:cNvPr id="26" name="Rectangle 25"/>
          <p:cNvSpPr/>
          <p:nvPr/>
        </p:nvSpPr>
        <p:spPr>
          <a:xfrm>
            <a:off x="411480" y="4297680"/>
            <a:ext cx="5669280" cy="1508760"/>
          </a:xfrm>
          <a:prstGeom prst="rect">
            <a:avLst/>
          </a:prstGeom>
          <a:solidFill>
            <a:srgbClr val="F3F6FB"/>
          </a:solidFill>
          <a:ln w="9525">
            <a:solidFill>
              <a:srgbClr val="CFD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411480" y="4297680"/>
            <a:ext cx="5669280" cy="54864"/>
          </a:xfrm>
          <a:prstGeom prst="rect">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557784" y="4407408"/>
            <a:ext cx="5394960" cy="640080"/>
          </a:xfrm>
          <a:prstGeom prst="rect">
            <a:avLst/>
          </a:prstGeom>
          <a:noFill/>
        </p:spPr>
        <p:txBody>
          <a:bodyPr wrap="square" anchor="t" lIns="45720" rIns="45720" tIns="18288" bIns="18288"/>
          <a:lstStyle/>
          <a:p>
            <a:pPr>
              <a:spcBef>
                <a:spcPts val="0"/>
              </a:spcBef>
              <a:buNone/>
            </a:pPr>
            <a:r>
              <a:rPr sz="2800" b="1">
                <a:solidFill>
                  <a:srgbClr val="003366"/>
                </a:solidFill>
                <a:latin typeface="Roboto Black"/>
                <a:ea typeface="Roboto Black"/>
                <a:cs typeface="Roboto Black"/>
              </a:rPr>
              <a:t>0.295 vs 0.260</a:t>
            </a:r>
          </a:p>
        </p:txBody>
      </p:sp>
      <p:sp>
        <p:nvSpPr>
          <p:cNvPr id="29" name="TextBox 28"/>
          <p:cNvSpPr txBox="1"/>
          <p:nvPr/>
        </p:nvSpPr>
        <p:spPr>
          <a:xfrm>
            <a:off x="557784" y="5047488"/>
            <a:ext cx="5394960" cy="640080"/>
          </a:xfrm>
          <a:prstGeom prst="rect">
            <a:avLst/>
          </a:prstGeom>
          <a:noFill/>
        </p:spPr>
        <p:txBody>
          <a:bodyPr wrap="square" anchor="t" lIns="45720" rIns="45720" tIns="18288" bIns="18288"/>
          <a:lstStyle/>
          <a:p>
            <a:pPr>
              <a:spcBef>
                <a:spcPts val="0"/>
              </a:spcBef>
              <a:buNone/>
            </a:pPr>
            <a:r>
              <a:rPr sz="1500" b="0">
                <a:solidFill>
                  <a:srgbClr val="666666"/>
                </a:solidFill>
                <a:latin typeface="Roboto Medium"/>
                <a:ea typeface="Roboto Medium"/>
                <a:cs typeface="Roboto Medium"/>
              </a:rPr>
              <a:t>clinical F1 (CheXpert Plus) so với R2GenGPT</a:t>
            </a:r>
          </a:p>
        </p:txBody>
      </p:sp>
      <p:sp>
        <p:nvSpPr>
          <p:cNvPr id="30" name="Rectangle 29"/>
          <p:cNvSpPr/>
          <p:nvPr/>
        </p:nvSpPr>
        <p:spPr>
          <a:xfrm>
            <a:off x="6309360" y="2606040"/>
            <a:ext cx="5468112" cy="3200400"/>
          </a:xfrm>
          <a:prstGeom prst="rect">
            <a:avLst/>
          </a:prstGeom>
          <a:solidFill>
            <a:srgbClr val="FCF4F4"/>
          </a:solidFill>
          <a:ln w="9525">
            <a:solidFill>
              <a:srgbClr val="EBCBC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6309360" y="2606040"/>
            <a:ext cx="5468112" cy="54864"/>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55664" y="2715768"/>
            <a:ext cx="5212080" cy="3017520"/>
          </a:xfrm>
          <a:prstGeom prst="rect">
            <a:avLst/>
          </a:prstGeom>
          <a:noFill/>
        </p:spPr>
        <p:txBody>
          <a:bodyPr wrap="square" anchor="t" lIns="45720" rIns="45720" tIns="18288" bIns="18288"/>
          <a:lstStyle/>
          <a:p>
            <a:pPr>
              <a:spcBef>
                <a:spcPts val="0"/>
              </a:spcBef>
              <a:buNone/>
            </a:pPr>
            <a:r>
              <a:rPr sz="1900" b="1">
                <a:solidFill>
                  <a:srgbClr val="C00000"/>
                </a:solidFill>
                <a:latin typeface="Roboto Black"/>
                <a:ea typeface="Roboto Black"/>
                <a:cs typeface="Roboto Black"/>
              </a:rPr>
              <a:t>Đánh giá phản biện</a:t>
            </a:r>
          </a:p>
          <a:p>
            <a:pPr marL="125984" indent="-125984">
              <a:spcBef>
                <a:spcPts val="600"/>
              </a:spcBef>
              <a:buClr>
                <a:srgbClr val="C00000"/>
              </a:buClr>
              <a:buFont typeface="Arial"/>
              <a:buChar char="•"/>
            </a:pPr>
            <a:r>
              <a:rPr sz="1600" b="0">
                <a:solidFill>
                  <a:srgbClr val="222222"/>
                </a:solidFill>
                <a:latin typeface="Roboto Medium"/>
                <a:ea typeface="Roboto Medium"/>
                <a:cs typeface="Roboto Medium"/>
              </a:rPr>
              <a:t>“Agent” = </a:t>
            </a:r>
            <a:r>
              <a:rPr sz="1600" b="1">
                <a:solidFill>
                  <a:srgbClr val="003366"/>
                </a:solidFill>
                <a:latin typeface="Roboto Black"/>
                <a:ea typeface="Roboto Black"/>
                <a:cs typeface="Roboto Black"/>
              </a:rPr>
              <a:t>module retrieval tất định</a:t>
            </a:r>
            <a:r>
              <a:rPr sz="1600" b="0">
                <a:solidFill>
                  <a:srgbClr val="222222"/>
                </a:solidFill>
                <a:latin typeface="Roboto Medium"/>
                <a:ea typeface="Roboto Medium"/>
                <a:cs typeface="Roboto Medium"/>
              </a:rPr>
              <a:t>, không giao tiếp hay thương lượng.</a:t>
            </a:r>
          </a:p>
          <a:p>
            <a:pPr marL="125984" indent="-125984">
              <a:spcBef>
                <a:spcPts val="600"/>
              </a:spcBef>
              <a:buClr>
                <a:srgbClr val="C00000"/>
              </a:buClr>
              <a:buFont typeface="Arial"/>
              <a:buChar char="•"/>
            </a:pPr>
            <a:r>
              <a:rPr sz="1600" b="0">
                <a:solidFill>
                  <a:srgbClr val="222222"/>
                </a:solidFill>
                <a:latin typeface="Roboto Medium"/>
                <a:ea typeface="Roboto Medium"/>
                <a:cs typeface="Roboto Medium"/>
              </a:rPr>
              <a:t>“Iterative” thực tế chỉ </a:t>
            </a:r>
            <a:r>
              <a:rPr sz="1600" b="1">
                <a:solidFill>
                  <a:srgbClr val="003366"/>
                </a:solidFill>
                <a:latin typeface="Roboto Black"/>
                <a:ea typeface="Roboto Black"/>
                <a:cs typeface="Roboto Black"/>
              </a:rPr>
              <a:t>1 lượt</a:t>
            </a:r>
            <a:r>
              <a:rPr sz="1600" b="0">
                <a:solidFill>
                  <a:srgbClr val="222222"/>
                </a:solidFill>
                <a:latin typeface="Roboto Medium"/>
                <a:ea typeface="Roboto Medium"/>
                <a:cs typeface="Roboto Medium"/>
              </a:rPr>
              <a:t> tinh chỉnh.</a:t>
            </a:r>
          </a:p>
          <a:p>
            <a:pPr marL="125984" indent="-125984">
              <a:spcBef>
                <a:spcPts val="600"/>
              </a:spcBef>
              <a:buClr>
                <a:srgbClr val="C00000"/>
              </a:buClr>
              <a:buFont typeface="Arial"/>
              <a:buChar char="•"/>
            </a:pPr>
            <a:r>
              <a:rPr sz="1600" b="0">
                <a:solidFill>
                  <a:srgbClr val="222222"/>
                </a:solidFill>
                <a:latin typeface="Roboto Medium"/>
                <a:ea typeface="Roboto Medium"/>
                <a:cs typeface="Roboto Medium"/>
              </a:rPr>
              <a:t>BLEU tăng nhỏ (0.101 → 0.105); không kiểm định thống kê, không có bác sĩ đánh giá.</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20040" y="64008"/>
            <a:ext cx="9509760" cy="548640"/>
          </a:xfrm>
          <a:prstGeom prst="rect">
            <a:avLst/>
          </a:prstGeom>
          <a:noFill/>
        </p:spPr>
        <p:txBody>
          <a:bodyPr wrap="square" anchor="ctr" lIns="45720" rIns="45720" tIns="18288" bIns="18288"/>
          <a:lstStyle/>
          <a:p>
            <a:pPr>
              <a:spcBef>
                <a:spcPts val="0"/>
              </a:spcBef>
              <a:buNone/>
            </a:pPr>
            <a:r>
              <a:rPr sz="2200" b="1">
                <a:solidFill>
                  <a:srgbClr val="FFFFFF"/>
                </a:solidFill>
                <a:latin typeface="Roboto Black"/>
                <a:ea typeface="Roboto Black"/>
                <a:cs typeface="Roboto Black"/>
              </a:rPr>
              <a:t>UrbanAgent: collaborative reasoning cho urban region profiling</a:t>
            </a:r>
          </a:p>
        </p:txBody>
      </p:sp>
      <p:sp>
        <p:nvSpPr>
          <p:cNvPr id="3" name="Section"/>
          <p:cNvSpPr txBox="1"/>
          <p:nvPr/>
        </p:nvSpPr>
        <p:spPr>
          <a:xfrm>
            <a:off x="9784080" y="64008"/>
            <a:ext cx="2103120" cy="548640"/>
          </a:xfrm>
          <a:prstGeom prst="rect">
            <a:avLst/>
          </a:prstGeom>
          <a:noFill/>
        </p:spPr>
        <p:txBody>
          <a:bodyPr wrap="square" anchor="ctr" lIns="45720" rIns="45720" tIns="18288" bIns="18288"/>
          <a:lstStyle/>
          <a:p>
            <a:pPr algn="r">
              <a:spcBef>
                <a:spcPts val="0"/>
              </a:spcBef>
              <a:buNone/>
            </a:pPr>
            <a:r>
              <a:rPr sz="1100" b="0">
                <a:solidFill>
                  <a:srgbClr val="B8C6D4"/>
                </a:solidFill>
                <a:latin typeface="Roboto Medium"/>
                <a:ea typeface="Roboto Medium"/>
                <a:cs typeface="Roboto Medium"/>
              </a:rPr>
              <a:t>5. Application</a:t>
            </a:r>
          </a:p>
        </p:txBody>
      </p:sp>
      <p:sp>
        <p:nvSpPr>
          <p:cNvPr id="4" name="Slide number"/>
          <p:cNvSpPr txBox="1"/>
          <p:nvPr/>
        </p:nvSpPr>
        <p:spPr>
          <a:xfrm>
            <a:off x="11155680" y="6199632"/>
            <a:ext cx="731520" cy="256032"/>
          </a:xfrm>
          <a:prstGeom prst="rect">
            <a:avLst/>
          </a:prstGeom>
          <a:noFill/>
        </p:spPr>
        <p:txBody>
          <a:bodyPr wrap="square" anchor="t" lIns="45720" rIns="45720" tIns="18288" bIns="18288"/>
          <a:lstStyle/>
          <a:p>
            <a:pPr algn="r">
              <a:spcBef>
                <a:spcPts val="0"/>
              </a:spcBef>
              <a:buNone/>
            </a:pPr>
            <a:r>
              <a:rPr sz="1000" b="0">
                <a:solidFill>
                  <a:srgbClr val="666666"/>
                </a:solidFill>
                <a:latin typeface="Roboto Medium"/>
                <a:ea typeface="Roboto Medium"/>
                <a:cs typeface="Roboto Medium"/>
              </a:rPr>
              <a:t>25</a:t>
            </a:r>
          </a:p>
        </p:txBody>
      </p:sp>
      <p:sp>
        <p:nvSpPr>
          <p:cNvPr id="5" name="HUST footer name mask"/>
          <p:cNvSpPr/>
          <p:nvPr/>
        </p:nvSpPr>
        <p:spPr>
          <a:xfrm>
            <a:off x="649224" y="6126480"/>
            <a:ext cx="3273552" cy="5212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HUST footer Vietnamese name"/>
          <p:cNvSpPr txBox="1"/>
          <p:nvPr/>
        </p:nvSpPr>
        <p:spPr>
          <a:xfrm>
            <a:off x="667512" y="6135624"/>
            <a:ext cx="3236976" cy="256032"/>
          </a:xfrm>
          <a:prstGeom prst="rect">
            <a:avLst/>
          </a:prstGeom>
          <a:noFill/>
        </p:spPr>
        <p:txBody>
          <a:bodyPr wrap="square" anchor="t" lIns="0" rIns="0" tIns="0" bIns="0"/>
          <a:lstStyle/>
          <a:p>
            <a:pPr>
              <a:spcBef>
                <a:spcPts val="0"/>
              </a:spcBef>
              <a:buNone/>
            </a:pPr>
            <a:r>
              <a:rPr sz="1688" b="1">
                <a:solidFill>
                  <a:srgbClr val="3F3F3F"/>
                </a:solidFill>
                <a:latin typeface="Roboto Black"/>
                <a:ea typeface="Roboto Black"/>
                <a:cs typeface="Roboto Black"/>
              </a:rPr>
              <a:t>ĐẠI HỌC BÁCH KHOA HÀ NỘI</a:t>
            </a:r>
          </a:p>
        </p:txBody>
      </p:sp>
      <p:sp>
        <p:nvSpPr>
          <p:cNvPr id="7" name="HUST footer English name"/>
          <p:cNvSpPr txBox="1"/>
          <p:nvPr/>
        </p:nvSpPr>
        <p:spPr>
          <a:xfrm>
            <a:off x="667512" y="6391656"/>
            <a:ext cx="3236976" cy="219456"/>
          </a:xfrm>
          <a:prstGeom prst="rect">
            <a:avLst/>
          </a:prstGeom>
          <a:noFill/>
        </p:spPr>
        <p:txBody>
          <a:bodyPr wrap="square" anchor="t" lIns="0" rIns="0" tIns="0" bIns="0"/>
          <a:lstStyle/>
          <a:p>
            <a:pPr>
              <a:spcBef>
                <a:spcPts val="0"/>
              </a:spcBef>
              <a:buNone/>
            </a:pPr>
            <a:r>
              <a:rPr sz="1000" b="0">
                <a:solidFill>
                  <a:srgbClr val="3F3F3F"/>
                </a:solidFill>
                <a:latin typeface="Roboto Medium"/>
                <a:ea typeface="Roboto Medium"/>
                <a:cs typeface="Roboto Medium"/>
              </a:rPr>
              <a:t>HANOI UNIVERSITY OF SCIENCE AND TECHNOLOGY</a:t>
            </a:r>
          </a:p>
        </p:txBody>
      </p:sp>
      <p:sp>
        <p:nvSpPr>
          <p:cNvPr id="8" name="Rectangle 7"/>
          <p:cNvSpPr/>
          <p:nvPr/>
        </p:nvSpPr>
        <p:spPr>
          <a:xfrm>
            <a:off x="411480" y="960120"/>
            <a:ext cx="5577840" cy="2377440"/>
          </a:xfrm>
          <a:prstGeom prst="rect">
            <a:avLst/>
          </a:prstGeom>
          <a:solidFill>
            <a:srgbClr val="F3F6FB"/>
          </a:solidFill>
          <a:ln w="9525">
            <a:solidFill>
              <a:srgbClr val="CFD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411480" y="960120"/>
            <a:ext cx="5577840" cy="566928"/>
          </a:xfrm>
          <a:prstGeom prst="rect">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11480" y="960120"/>
            <a:ext cx="5577840" cy="566928"/>
          </a:xfrm>
          <a:prstGeom prst="rect">
            <a:avLst/>
          </a:prstGeom>
          <a:noFill/>
        </p:spPr>
        <p:txBody>
          <a:bodyPr wrap="square" anchor="ctr" lIns="45720" rIns="45720" tIns="18288" bIns="18288"/>
          <a:lstStyle/>
          <a:p>
            <a:pPr algn="ctr">
              <a:spcBef>
                <a:spcPts val="0"/>
              </a:spcBef>
              <a:buNone/>
            </a:pPr>
            <a:r>
              <a:rPr sz="1500" b="1">
                <a:solidFill>
                  <a:srgbClr val="FFFFFF"/>
                </a:solidFill>
                <a:latin typeface="Roboto Black"/>
                <a:ea typeface="Roboto Black"/>
                <a:cs typeface="Roboto Black"/>
              </a:rPr>
              <a:t>Stage A · Tool-augmented agents</a:t>
            </a:r>
          </a:p>
        </p:txBody>
      </p:sp>
      <p:sp>
        <p:nvSpPr>
          <p:cNvPr id="11" name="TextBox 10"/>
          <p:cNvSpPr txBox="1"/>
          <p:nvPr/>
        </p:nvSpPr>
        <p:spPr>
          <a:xfrm>
            <a:off x="521207" y="1600200"/>
            <a:ext cx="5358384" cy="1691640"/>
          </a:xfrm>
          <a:prstGeom prst="rect">
            <a:avLst/>
          </a:prstGeom>
          <a:noFill/>
        </p:spPr>
        <p:txBody>
          <a:bodyPr wrap="square" anchor="t" lIns="45720" rIns="45720" tIns="18288" bIns="18288"/>
          <a:lstStyle/>
          <a:p>
            <a:pPr marL="125984" indent="-125984">
              <a:spcBef>
                <a:spcPts val="300"/>
              </a:spcBef>
              <a:buClr>
                <a:srgbClr val="C00000"/>
              </a:buClr>
              <a:buFont typeface="Arial"/>
              <a:buChar char="•"/>
            </a:pPr>
            <a:r>
              <a:rPr sz="1600" b="0">
                <a:solidFill>
                  <a:srgbClr val="222222"/>
                </a:solidFill>
                <a:latin typeface="Roboto Medium"/>
                <a:ea typeface="Roboto Medium"/>
                <a:cs typeface="Roboto Medium"/>
              </a:rPr>
              <a:t>4 agent theo modality: </a:t>
            </a:r>
            <a:r>
              <a:rPr sz="1600" b="1">
                <a:solidFill>
                  <a:srgbClr val="003366"/>
                </a:solidFill>
                <a:latin typeface="Roboto Black"/>
                <a:ea typeface="Roboto Black"/>
                <a:cs typeface="Roboto Black"/>
              </a:rPr>
              <a:t>satellite, text, POI, 3D</a:t>
            </a:r>
            <a:r>
              <a:rPr sz="1600" b="0">
                <a:solidFill>
                  <a:srgbClr val="222222"/>
                </a:solidFill>
                <a:latin typeface="Roboto Medium"/>
                <a:ea typeface="Roboto Medium"/>
                <a:cs typeface="Roboto Medium"/>
              </a:rPr>
              <a:t>.</a:t>
            </a:r>
          </a:p>
          <a:p>
            <a:pPr marL="125984" indent="-125984">
              <a:spcBef>
                <a:spcPts val="300"/>
              </a:spcBef>
              <a:buClr>
                <a:srgbClr val="C00000"/>
              </a:buClr>
              <a:buFont typeface="Arial"/>
              <a:buChar char="•"/>
            </a:pPr>
            <a:r>
              <a:rPr sz="1600" b="0">
                <a:solidFill>
                  <a:srgbClr val="222222"/>
                </a:solidFill>
                <a:latin typeface="Roboto Medium"/>
                <a:ea typeface="Roboto Medium"/>
                <a:cs typeface="Roboto Medium"/>
              </a:rPr>
              <a:t>Qwen3-VL-4B + 4 tool (web search, crop-zoom, nightlight, ảnh lịch sử).</a:t>
            </a:r>
          </a:p>
          <a:p>
            <a:pPr marL="125984" indent="-125984">
              <a:spcBef>
                <a:spcPts val="300"/>
              </a:spcBef>
              <a:buClr>
                <a:srgbClr val="C00000"/>
              </a:buClr>
              <a:buFont typeface="Arial"/>
              <a:buChar char="•"/>
            </a:pPr>
            <a:r>
              <a:rPr sz="1600" b="0">
                <a:solidFill>
                  <a:srgbClr val="222222"/>
                </a:solidFill>
                <a:latin typeface="Roboto Medium"/>
                <a:ea typeface="Roboto Medium"/>
                <a:cs typeface="Roboto Medium"/>
              </a:rPr>
              <a:t>SFT → </a:t>
            </a:r>
            <a:r>
              <a:rPr sz="1600" b="1">
                <a:solidFill>
                  <a:srgbClr val="003366"/>
                </a:solidFill>
                <a:latin typeface="Roboto Black"/>
                <a:ea typeface="Roboto Black"/>
                <a:cs typeface="Roboto Black"/>
              </a:rPr>
              <a:t>GRPO</a:t>
            </a:r>
            <a:r>
              <a:rPr sz="1600" b="0">
                <a:solidFill>
                  <a:srgbClr val="222222"/>
                </a:solidFill>
                <a:latin typeface="Roboto Medium"/>
                <a:ea typeface="Roboto Medium"/>
                <a:cs typeface="Roboto Medium"/>
              </a:rPr>
              <a:t>, reward = outcome + format + process.</a:t>
            </a:r>
          </a:p>
        </p:txBody>
      </p:sp>
      <p:sp>
        <p:nvSpPr>
          <p:cNvPr id="12" name="Rectangle 11"/>
          <p:cNvSpPr/>
          <p:nvPr/>
        </p:nvSpPr>
        <p:spPr>
          <a:xfrm>
            <a:off x="6199632" y="960120"/>
            <a:ext cx="5577840" cy="2377440"/>
          </a:xfrm>
          <a:prstGeom prst="rect">
            <a:avLst/>
          </a:prstGeom>
          <a:solidFill>
            <a:srgbClr val="F3F6FB"/>
          </a:solidFill>
          <a:ln w="9525">
            <a:solidFill>
              <a:srgbClr val="CFD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199632" y="960120"/>
            <a:ext cx="5577840" cy="566928"/>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199632" y="960120"/>
            <a:ext cx="5577840" cy="566928"/>
          </a:xfrm>
          <a:prstGeom prst="rect">
            <a:avLst/>
          </a:prstGeom>
          <a:noFill/>
        </p:spPr>
        <p:txBody>
          <a:bodyPr wrap="square" anchor="ctr" lIns="45720" rIns="45720" tIns="18288" bIns="18288"/>
          <a:lstStyle/>
          <a:p>
            <a:pPr algn="ctr">
              <a:spcBef>
                <a:spcPts val="0"/>
              </a:spcBef>
              <a:buNone/>
            </a:pPr>
            <a:r>
              <a:rPr sz="1500" b="1">
                <a:solidFill>
                  <a:srgbClr val="FFFFFF"/>
                </a:solidFill>
                <a:latin typeface="Roboto Black"/>
                <a:ea typeface="Roboto Black"/>
                <a:cs typeface="Roboto Black"/>
              </a:rPr>
              <a:t>Stage B · Relation-aware graph</a:t>
            </a:r>
          </a:p>
        </p:txBody>
      </p:sp>
      <p:sp>
        <p:nvSpPr>
          <p:cNvPr id="15" name="TextBox 14"/>
          <p:cNvSpPr txBox="1"/>
          <p:nvPr/>
        </p:nvSpPr>
        <p:spPr>
          <a:xfrm>
            <a:off x="6309360" y="1600200"/>
            <a:ext cx="5358384" cy="1691640"/>
          </a:xfrm>
          <a:prstGeom prst="rect">
            <a:avLst/>
          </a:prstGeom>
          <a:noFill/>
        </p:spPr>
        <p:txBody>
          <a:bodyPr wrap="square" anchor="t" lIns="45720" rIns="45720" tIns="18288" bIns="18288"/>
          <a:lstStyle/>
          <a:p>
            <a:pPr marL="125984" indent="-125984">
              <a:spcBef>
                <a:spcPts val="300"/>
              </a:spcBef>
              <a:buClr>
                <a:srgbClr val="C00000"/>
              </a:buClr>
              <a:buFont typeface="Arial"/>
              <a:buChar char="•"/>
            </a:pPr>
            <a:r>
              <a:rPr sz="1600" b="1">
                <a:solidFill>
                  <a:srgbClr val="003366"/>
                </a:solidFill>
                <a:latin typeface="Roboto Black"/>
                <a:ea typeface="Roboto Black"/>
                <a:cs typeface="Roboto Black"/>
              </a:rPr>
              <a:t>Corroboration</a:t>
            </a:r>
            <a:r>
              <a:rPr sz="1600" b="0">
                <a:solidFill>
                  <a:srgbClr val="222222"/>
                </a:solidFill>
                <a:latin typeface="Roboto Medium"/>
                <a:ea typeface="Roboto Medium"/>
                <a:cs typeface="Roboto Medium"/>
              </a:rPr>
              <a:t>: dự đoán gần nhau → củng cố.</a:t>
            </a:r>
          </a:p>
          <a:p>
            <a:pPr marL="125984" indent="-125984">
              <a:spcBef>
                <a:spcPts val="300"/>
              </a:spcBef>
              <a:buClr>
                <a:srgbClr val="C00000"/>
              </a:buClr>
              <a:buFont typeface="Arial"/>
              <a:buChar char="•"/>
            </a:pPr>
            <a:r>
              <a:rPr sz="1600" b="1">
                <a:solidFill>
                  <a:srgbClr val="003366"/>
                </a:solidFill>
                <a:latin typeface="Roboto Black"/>
                <a:ea typeface="Roboto Black"/>
                <a:cs typeface="Roboto Black"/>
              </a:rPr>
              <a:t>Rectification</a:t>
            </a:r>
            <a:r>
              <a:rPr sz="1600" b="0">
                <a:solidFill>
                  <a:srgbClr val="222222"/>
                </a:solidFill>
                <a:latin typeface="Roboto Medium"/>
                <a:ea typeface="Roboto Medium"/>
                <a:cs typeface="Roboto Medium"/>
              </a:rPr>
              <a:t>: lệch nhiều → sửa.</a:t>
            </a:r>
          </a:p>
          <a:p>
            <a:pPr marL="125984" indent="-125984">
              <a:spcBef>
                <a:spcPts val="300"/>
              </a:spcBef>
              <a:buClr>
                <a:srgbClr val="C00000"/>
              </a:buClr>
              <a:buFont typeface="Arial"/>
              <a:buChar char="•"/>
            </a:pPr>
            <a:r>
              <a:rPr sz="1600" b="1">
                <a:solidFill>
                  <a:srgbClr val="003366"/>
                </a:solidFill>
                <a:latin typeface="Roboto Black"/>
                <a:ea typeface="Roboto Black"/>
                <a:cs typeface="Roboto Black"/>
              </a:rPr>
              <a:t>Supervisory</a:t>
            </a:r>
            <a:r>
              <a:rPr sz="1600" b="0">
                <a:solidFill>
                  <a:srgbClr val="222222"/>
                </a:solidFill>
                <a:latin typeface="Roboto Medium"/>
                <a:ea typeface="Roboto Medium"/>
                <a:cs typeface="Roboto Medium"/>
              </a:rPr>
              <a:t>: agent tự tin hơn hướng dẫn. 5 vòng GRU → final judge.</a:t>
            </a:r>
          </a:p>
        </p:txBody>
      </p:sp>
      <p:sp>
        <p:nvSpPr>
          <p:cNvPr id="16" name="TextBox 15"/>
          <p:cNvSpPr txBox="1"/>
          <p:nvPr/>
        </p:nvSpPr>
        <p:spPr>
          <a:xfrm>
            <a:off x="411480" y="3611880"/>
            <a:ext cx="1828800" cy="685800"/>
          </a:xfrm>
          <a:prstGeom prst="rect">
            <a:avLst/>
          </a:prstGeom>
          <a:noFill/>
        </p:spPr>
        <p:txBody>
          <a:bodyPr wrap="square" anchor="t" lIns="45720" rIns="45720" tIns="18288" bIns="18288"/>
          <a:lstStyle/>
          <a:p>
            <a:pPr>
              <a:spcBef>
                <a:spcPts val="0"/>
              </a:spcBef>
              <a:buNone/>
            </a:pPr>
            <a:r>
              <a:rPr sz="2600" b="1">
                <a:solidFill>
                  <a:srgbClr val="003366"/>
                </a:solidFill>
                <a:latin typeface="Roboto Black"/>
                <a:ea typeface="Roboto Black"/>
                <a:cs typeface="Roboto Black"/>
              </a:rPr>
              <a:t>0.63–0.65</a:t>
            </a:r>
          </a:p>
        </p:txBody>
      </p:sp>
      <p:sp>
        <p:nvSpPr>
          <p:cNvPr id="17" name="TextBox 16"/>
          <p:cNvSpPr txBox="1"/>
          <p:nvPr/>
        </p:nvSpPr>
        <p:spPr>
          <a:xfrm>
            <a:off x="411480" y="4270248"/>
            <a:ext cx="1828800" cy="640080"/>
          </a:xfrm>
          <a:prstGeom prst="rect">
            <a:avLst/>
          </a:prstGeom>
          <a:noFill/>
        </p:spPr>
        <p:txBody>
          <a:bodyPr wrap="square" anchor="t" lIns="45720" rIns="45720" tIns="18288" bIns="18288"/>
          <a:lstStyle/>
          <a:p>
            <a:pPr>
              <a:spcBef>
                <a:spcPts val="0"/>
              </a:spcBef>
              <a:buNone/>
            </a:pPr>
            <a:r>
              <a:rPr sz="1350" b="0">
                <a:solidFill>
                  <a:srgbClr val="666666"/>
                </a:solidFill>
                <a:latin typeface="Roboto Medium"/>
                <a:ea typeface="Roboto Medium"/>
                <a:cs typeface="Roboto Medium"/>
              </a:rPr>
              <a:t>R² trong miền (carbon, dân số, GDP)</a:t>
            </a:r>
          </a:p>
        </p:txBody>
      </p:sp>
      <p:sp>
        <p:nvSpPr>
          <p:cNvPr id="18" name="TextBox 17"/>
          <p:cNvSpPr txBox="1"/>
          <p:nvPr/>
        </p:nvSpPr>
        <p:spPr>
          <a:xfrm>
            <a:off x="2331720" y="3611880"/>
            <a:ext cx="1828800" cy="685800"/>
          </a:xfrm>
          <a:prstGeom prst="rect">
            <a:avLst/>
          </a:prstGeom>
          <a:noFill/>
        </p:spPr>
        <p:txBody>
          <a:bodyPr wrap="square" anchor="t" lIns="45720" rIns="45720" tIns="18288" bIns="18288"/>
          <a:lstStyle/>
          <a:p>
            <a:pPr>
              <a:spcBef>
                <a:spcPts val="0"/>
              </a:spcBef>
              <a:buNone/>
            </a:pPr>
            <a:r>
              <a:rPr sz="2600" b="1">
                <a:solidFill>
                  <a:srgbClr val="003366"/>
                </a:solidFill>
                <a:latin typeface="Roboto Black"/>
                <a:ea typeface="Roboto Black"/>
                <a:cs typeface="Roboto Black"/>
              </a:rPr>
              <a:t>≈ 0.60</a:t>
            </a:r>
          </a:p>
        </p:txBody>
      </p:sp>
      <p:sp>
        <p:nvSpPr>
          <p:cNvPr id="19" name="TextBox 18"/>
          <p:cNvSpPr txBox="1"/>
          <p:nvPr/>
        </p:nvSpPr>
        <p:spPr>
          <a:xfrm>
            <a:off x="2331720" y="4270248"/>
            <a:ext cx="1828800" cy="640080"/>
          </a:xfrm>
          <a:prstGeom prst="rect">
            <a:avLst/>
          </a:prstGeom>
          <a:noFill/>
        </p:spPr>
        <p:txBody>
          <a:bodyPr wrap="square" anchor="t" lIns="45720" rIns="45720" tIns="18288" bIns="18288"/>
          <a:lstStyle/>
          <a:p>
            <a:pPr>
              <a:spcBef>
                <a:spcPts val="0"/>
              </a:spcBef>
              <a:buNone/>
            </a:pPr>
            <a:r>
              <a:rPr sz="1350" b="0">
                <a:solidFill>
                  <a:srgbClr val="666666"/>
                </a:solidFill>
                <a:latin typeface="Roboto Medium"/>
                <a:ea typeface="Roboto Medium"/>
                <a:cs typeface="Roboto Medium"/>
              </a:rPr>
              <a:t>R² trên thành phố chưa thấy</a:t>
            </a:r>
          </a:p>
        </p:txBody>
      </p:sp>
      <p:sp>
        <p:nvSpPr>
          <p:cNvPr id="20" name="TextBox 19"/>
          <p:cNvSpPr txBox="1"/>
          <p:nvPr/>
        </p:nvSpPr>
        <p:spPr>
          <a:xfrm>
            <a:off x="4251960" y="3611880"/>
            <a:ext cx="1828800" cy="685800"/>
          </a:xfrm>
          <a:prstGeom prst="rect">
            <a:avLst/>
          </a:prstGeom>
          <a:noFill/>
        </p:spPr>
        <p:txBody>
          <a:bodyPr wrap="square" anchor="t" lIns="45720" rIns="45720" tIns="18288" bIns="18288"/>
          <a:lstStyle/>
          <a:p>
            <a:pPr>
              <a:spcBef>
                <a:spcPts val="0"/>
              </a:spcBef>
              <a:buNone/>
            </a:pPr>
            <a:r>
              <a:rPr sz="2600" b="1">
                <a:solidFill>
                  <a:srgbClr val="C00000"/>
                </a:solidFill>
                <a:latin typeface="Roboto Black"/>
                <a:ea typeface="Roboto Black"/>
                <a:cs typeface="Roboto Black"/>
              </a:rPr>
              <a:t>+8.1%</a:t>
            </a:r>
          </a:p>
        </p:txBody>
      </p:sp>
      <p:sp>
        <p:nvSpPr>
          <p:cNvPr id="21" name="TextBox 20"/>
          <p:cNvSpPr txBox="1"/>
          <p:nvPr/>
        </p:nvSpPr>
        <p:spPr>
          <a:xfrm>
            <a:off x="4251960" y="4270248"/>
            <a:ext cx="1828800" cy="640080"/>
          </a:xfrm>
          <a:prstGeom prst="rect">
            <a:avLst/>
          </a:prstGeom>
          <a:noFill/>
        </p:spPr>
        <p:txBody>
          <a:bodyPr wrap="square" anchor="t" lIns="45720" rIns="45720" tIns="18288" bIns="18288"/>
          <a:lstStyle/>
          <a:p>
            <a:pPr>
              <a:spcBef>
                <a:spcPts val="0"/>
              </a:spcBef>
              <a:buNone/>
            </a:pPr>
            <a:r>
              <a:rPr sz="1350" b="0">
                <a:solidFill>
                  <a:srgbClr val="666666"/>
                </a:solidFill>
                <a:latin typeface="Roboto Medium"/>
                <a:ea typeface="Roboto Medium"/>
                <a:cs typeface="Roboto Medium"/>
              </a:rPr>
              <a:t>R² trung bình so với baseline mạnh nhất</a:t>
            </a:r>
          </a:p>
        </p:txBody>
      </p:sp>
      <p:sp>
        <p:nvSpPr>
          <p:cNvPr id="22" name="Rectangle 21"/>
          <p:cNvSpPr/>
          <p:nvPr/>
        </p:nvSpPr>
        <p:spPr>
          <a:xfrm>
            <a:off x="6199632" y="3566160"/>
            <a:ext cx="5577840" cy="2377440"/>
          </a:xfrm>
          <a:prstGeom prst="rect">
            <a:avLst/>
          </a:prstGeom>
          <a:solidFill>
            <a:srgbClr val="FCF4F4"/>
          </a:solidFill>
          <a:ln w="9525">
            <a:solidFill>
              <a:srgbClr val="EBCBC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6199632" y="3566160"/>
            <a:ext cx="5577840" cy="54864"/>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345936" y="3675887"/>
            <a:ext cx="5303520" cy="2194560"/>
          </a:xfrm>
          <a:prstGeom prst="rect">
            <a:avLst/>
          </a:prstGeom>
          <a:noFill/>
        </p:spPr>
        <p:txBody>
          <a:bodyPr wrap="square" anchor="t" lIns="45720" rIns="45720" tIns="18288" bIns="18288"/>
          <a:lstStyle/>
          <a:p>
            <a:pPr>
              <a:spcBef>
                <a:spcPts val="0"/>
              </a:spcBef>
              <a:buNone/>
            </a:pPr>
            <a:r>
              <a:rPr sz="1900" b="1">
                <a:solidFill>
                  <a:srgbClr val="C00000"/>
                </a:solidFill>
                <a:latin typeface="Roboto Black"/>
                <a:ea typeface="Roboto Black"/>
                <a:cs typeface="Roboto Black"/>
              </a:rPr>
              <a:t>Đánh giá phản biện</a:t>
            </a:r>
          </a:p>
          <a:p>
            <a:pPr marL="125984" indent="-125984">
              <a:spcBef>
                <a:spcPts val="500"/>
              </a:spcBef>
              <a:buClr>
                <a:srgbClr val="C00000"/>
              </a:buClr>
              <a:buFont typeface="Arial"/>
              <a:buChar char="•"/>
            </a:pPr>
            <a:r>
              <a:rPr sz="1600" b="0">
                <a:solidFill>
                  <a:srgbClr val="222222"/>
                </a:solidFill>
                <a:latin typeface="Roboto Medium"/>
                <a:ea typeface="Roboto Medium"/>
                <a:cs typeface="Roboto Medium"/>
              </a:rPr>
              <a:t>“Debate” là </a:t>
            </a:r>
            <a:r>
              <a:rPr sz="1600" b="1">
                <a:solidFill>
                  <a:srgbClr val="003366"/>
                </a:solidFill>
                <a:latin typeface="Roboto Black"/>
                <a:ea typeface="Roboto Black"/>
                <a:cs typeface="Roboto Black"/>
              </a:rPr>
              <a:t>GNN/GRU được huấn luyện</a:t>
            </a:r>
            <a:r>
              <a:rPr sz="1600" b="0">
                <a:solidFill>
                  <a:srgbClr val="222222"/>
                </a:solidFill>
                <a:latin typeface="Roboto Medium"/>
                <a:ea typeface="Roboto Medium"/>
                <a:cs typeface="Roboto Medium"/>
              </a:rPr>
              <a:t>, không phải tranh luận bằng ngôn ngữ.</a:t>
            </a:r>
          </a:p>
          <a:p>
            <a:pPr marL="125984" indent="-125984">
              <a:spcBef>
                <a:spcPts val="500"/>
              </a:spcBef>
              <a:buClr>
                <a:srgbClr val="C00000"/>
              </a:buClr>
              <a:buFont typeface="Arial"/>
              <a:buChar char="•"/>
            </a:pPr>
            <a:r>
              <a:rPr sz="1600" b="0">
                <a:solidFill>
                  <a:srgbClr val="222222"/>
                </a:solidFill>
                <a:latin typeface="Roboto Medium"/>
                <a:ea typeface="Roboto Medium"/>
                <a:cs typeface="Roboto Medium"/>
              </a:rPr>
              <a:t>Dữ liệu nhỏ (2,000 vị trí); text sinh từ chính ảnh vệ tinh → các modality không độc lập.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photo" descr="p6.jpg"/>
          <p:cNvPicPr>
            <a:picLocks noChangeAspect="1"/>
          </p:cNvPicPr>
          <p:nvPr/>
        </p:nvPicPr>
        <p:blipFill>
          <a:blip r:embed="rId3"/>
          <a:stretch>
            <a:fillRect/>
          </a:stretch>
        </p:blipFill>
        <p:spPr>
          <a:xfrm>
            <a:off x="0" y="0"/>
            <a:ext cx="12191695" cy="6858000"/>
          </a:xfrm>
          <a:prstGeom prst="rect">
            <a:avLst/>
          </a:prstGeom>
        </p:spPr>
      </p:pic>
      <p:pic>
        <p:nvPicPr>
          <p:cNvPr id="3" name="Picture 2" descr="hust_logo.png"/>
          <p:cNvPicPr>
            <a:picLocks noChangeAspect="1"/>
          </p:cNvPicPr>
          <p:nvPr/>
        </p:nvPicPr>
        <p:blipFill>
          <a:blip r:embed="rId4"/>
          <a:stretch>
            <a:fillRect/>
          </a:stretch>
        </p:blipFill>
        <p:spPr>
          <a:xfrm>
            <a:off x="393192" y="274320"/>
            <a:ext cx="3172968" cy="1152144"/>
          </a:xfrm>
          <a:prstGeom prst="rect">
            <a:avLst/>
          </a:prstGeom>
        </p:spPr>
      </p:pic>
      <p:sp>
        <p:nvSpPr>
          <p:cNvPr id="4" name="Part number"/>
          <p:cNvSpPr txBox="1"/>
          <p:nvPr/>
        </p:nvSpPr>
        <p:spPr>
          <a:xfrm>
            <a:off x="749808" y="2176272"/>
            <a:ext cx="1554480" cy="1188720"/>
          </a:xfrm>
          <a:prstGeom prst="rect">
            <a:avLst/>
          </a:prstGeom>
          <a:noFill/>
        </p:spPr>
        <p:txBody>
          <a:bodyPr wrap="square" anchor="t" lIns="45720" rIns="45720" tIns="18288" bIns="18288"/>
          <a:lstStyle/>
          <a:p>
            <a:pPr>
              <a:spcBef>
                <a:spcPts val="0"/>
              </a:spcBef>
              <a:buNone/>
            </a:pPr>
            <a:r>
              <a:rPr sz="8000" b="1">
                <a:solidFill>
                  <a:srgbClr val="C00000"/>
                </a:solidFill>
                <a:latin typeface="Roboto Black"/>
                <a:ea typeface="Roboto Black"/>
                <a:cs typeface="Roboto Black"/>
              </a:rPr>
              <a:t>06</a:t>
            </a:r>
          </a:p>
        </p:txBody>
      </p:sp>
      <p:sp>
        <p:nvSpPr>
          <p:cNvPr id="5" name="TextBox 4"/>
          <p:cNvSpPr txBox="1"/>
          <p:nvPr/>
        </p:nvSpPr>
        <p:spPr>
          <a:xfrm>
            <a:off x="2331720" y="2395728"/>
            <a:ext cx="3657600" cy="365760"/>
          </a:xfrm>
          <a:prstGeom prst="rect">
            <a:avLst/>
          </a:prstGeom>
          <a:noFill/>
        </p:spPr>
        <p:txBody>
          <a:bodyPr wrap="square" anchor="t" lIns="45720" rIns="45720" tIns="18288" bIns="18288"/>
          <a:lstStyle/>
          <a:p>
            <a:pPr>
              <a:spcBef>
                <a:spcPts val="0"/>
              </a:spcBef>
              <a:buNone/>
            </a:pPr>
            <a:r>
              <a:rPr sz="1500" b="1">
                <a:solidFill>
                  <a:srgbClr val="C00000"/>
                </a:solidFill>
                <a:latin typeface="Roboto Black"/>
                <a:ea typeface="Roboto Black"/>
                <a:cs typeface="Roboto Black"/>
              </a:rPr>
              <a:t>PHẦN 6</a:t>
            </a:r>
          </a:p>
        </p:txBody>
      </p:sp>
      <p:sp>
        <p:nvSpPr>
          <p:cNvPr id="6" name="Title"/>
          <p:cNvSpPr txBox="1"/>
          <p:nvPr/>
        </p:nvSpPr>
        <p:spPr>
          <a:xfrm>
            <a:off x="2313432" y="2724912"/>
            <a:ext cx="6400800" cy="731520"/>
          </a:xfrm>
          <a:prstGeom prst="rect">
            <a:avLst/>
          </a:prstGeom>
          <a:noFill/>
        </p:spPr>
        <p:txBody>
          <a:bodyPr wrap="square" anchor="t" lIns="45720" rIns="45720" tIns="18288" bIns="18288"/>
          <a:lstStyle/>
          <a:p>
            <a:pPr>
              <a:spcBef>
                <a:spcPts val="0"/>
              </a:spcBef>
              <a:buNone/>
            </a:pPr>
            <a:r>
              <a:rPr sz="3100" b="1">
                <a:solidFill>
                  <a:srgbClr val="003366"/>
                </a:solidFill>
                <a:latin typeface="Roboto Black"/>
                <a:ea typeface="Roboto Black"/>
                <a:cs typeface="Roboto Black"/>
              </a:rPr>
              <a:t>So sánh &amp; kết luận</a:t>
            </a:r>
          </a:p>
        </p:txBody>
      </p:sp>
      <p:sp>
        <p:nvSpPr>
          <p:cNvPr id="7" name="Rectangle 6"/>
          <p:cNvSpPr/>
          <p:nvPr/>
        </p:nvSpPr>
        <p:spPr>
          <a:xfrm>
            <a:off x="841248" y="3657600"/>
            <a:ext cx="1005840" cy="54864"/>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41248" y="3995928"/>
            <a:ext cx="274320" cy="274320"/>
          </a:xfrm>
          <a:prstGeom prst="roundRect">
            <a:avLst>
              <a:gd name="adj" fmla="val 12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41248" y="3995928"/>
            <a:ext cx="274320" cy="274320"/>
          </a:xfrm>
          <a:prstGeom prst="rect">
            <a:avLst/>
          </a:prstGeom>
          <a:noFill/>
        </p:spPr>
        <p:txBody>
          <a:bodyPr wrap="square" anchor="ctr" lIns="0" rIns="0" tIns="0" bIns="0"/>
          <a:lstStyle/>
          <a:p>
            <a:pPr algn="ctr">
              <a:spcBef>
                <a:spcPts val="0"/>
              </a:spcBef>
              <a:buNone/>
            </a:pPr>
            <a:r>
              <a:rPr sz="1100" b="1">
                <a:solidFill>
                  <a:srgbClr val="FFFFFF"/>
                </a:solidFill>
                <a:latin typeface="Roboto Black"/>
                <a:ea typeface="Roboto Black"/>
                <a:cs typeface="Roboto Black"/>
              </a:rPr>
              <a:t>1</a:t>
            </a:r>
          </a:p>
        </p:txBody>
      </p:sp>
      <p:sp>
        <p:nvSpPr>
          <p:cNvPr id="10" name="TextBox 9"/>
          <p:cNvSpPr txBox="1"/>
          <p:nvPr/>
        </p:nvSpPr>
        <p:spPr>
          <a:xfrm>
            <a:off x="1261872" y="3950208"/>
            <a:ext cx="5852160" cy="365760"/>
          </a:xfrm>
          <a:prstGeom prst="rect">
            <a:avLst/>
          </a:prstGeom>
          <a:noFill/>
        </p:spPr>
        <p:txBody>
          <a:bodyPr wrap="square" anchor="ctr" lIns="45720" rIns="45720" tIns="18288" bIns="18288"/>
          <a:lstStyle/>
          <a:p>
            <a:pPr>
              <a:spcBef>
                <a:spcPts val="0"/>
              </a:spcBef>
              <a:buNone/>
            </a:pPr>
            <a:r>
              <a:rPr sz="1600" b="0">
                <a:solidFill>
                  <a:srgbClr val="222B36"/>
                </a:solidFill>
                <a:latin typeface="Roboto Medium"/>
                <a:ea typeface="Roboto Medium"/>
                <a:cs typeface="Roboto Medium"/>
              </a:rPr>
              <a:t>So sánh hệ thống 8 paper</a:t>
            </a:r>
          </a:p>
        </p:txBody>
      </p:sp>
      <p:sp>
        <p:nvSpPr>
          <p:cNvPr id="11" name="Rounded Rectangle 10"/>
          <p:cNvSpPr/>
          <p:nvPr/>
        </p:nvSpPr>
        <p:spPr>
          <a:xfrm>
            <a:off x="841248" y="4453128"/>
            <a:ext cx="274320" cy="274320"/>
          </a:xfrm>
          <a:prstGeom prst="roundRect">
            <a:avLst>
              <a:gd name="adj" fmla="val 12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 y="4453128"/>
            <a:ext cx="274320" cy="274320"/>
          </a:xfrm>
          <a:prstGeom prst="rect">
            <a:avLst/>
          </a:prstGeom>
          <a:noFill/>
        </p:spPr>
        <p:txBody>
          <a:bodyPr wrap="square" anchor="ctr" lIns="0" rIns="0" tIns="0" bIns="0"/>
          <a:lstStyle/>
          <a:p>
            <a:pPr algn="ctr">
              <a:spcBef>
                <a:spcPts val="0"/>
              </a:spcBef>
              <a:buNone/>
            </a:pPr>
            <a:r>
              <a:rPr sz="1100" b="1">
                <a:solidFill>
                  <a:srgbClr val="FFFFFF"/>
                </a:solidFill>
                <a:latin typeface="Roboto Black"/>
                <a:ea typeface="Roboto Black"/>
                <a:cs typeface="Roboto Black"/>
              </a:rPr>
              <a:t>2</a:t>
            </a:r>
          </a:p>
        </p:txBody>
      </p:sp>
      <p:sp>
        <p:nvSpPr>
          <p:cNvPr id="13" name="TextBox 12"/>
          <p:cNvSpPr txBox="1"/>
          <p:nvPr/>
        </p:nvSpPr>
        <p:spPr>
          <a:xfrm>
            <a:off x="1261872" y="4407408"/>
            <a:ext cx="5852160" cy="365760"/>
          </a:xfrm>
          <a:prstGeom prst="rect">
            <a:avLst/>
          </a:prstGeom>
          <a:noFill/>
        </p:spPr>
        <p:txBody>
          <a:bodyPr wrap="square" anchor="ctr" lIns="45720" rIns="45720" tIns="18288" bIns="18288"/>
          <a:lstStyle/>
          <a:p>
            <a:pPr>
              <a:spcBef>
                <a:spcPts val="0"/>
              </a:spcBef>
              <a:buNone/>
            </a:pPr>
            <a:r>
              <a:rPr sz="1600" b="0">
                <a:solidFill>
                  <a:srgbClr val="222B36"/>
                </a:solidFill>
                <a:latin typeface="Roboto Medium"/>
                <a:ea typeface="Roboto Medium"/>
                <a:cs typeface="Roboto Medium"/>
              </a:rPr>
              <a:t>Ba nhận định xuyên suốt</a:t>
            </a:r>
          </a:p>
        </p:txBody>
      </p:sp>
      <p:sp>
        <p:nvSpPr>
          <p:cNvPr id="14" name="Rounded Rectangle 13"/>
          <p:cNvSpPr/>
          <p:nvPr/>
        </p:nvSpPr>
        <p:spPr>
          <a:xfrm>
            <a:off x="841248" y="4910328"/>
            <a:ext cx="274320" cy="274320"/>
          </a:xfrm>
          <a:prstGeom prst="roundRect">
            <a:avLst>
              <a:gd name="adj" fmla="val 12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41248" y="4910328"/>
            <a:ext cx="274320" cy="274320"/>
          </a:xfrm>
          <a:prstGeom prst="rect">
            <a:avLst/>
          </a:prstGeom>
          <a:noFill/>
        </p:spPr>
        <p:txBody>
          <a:bodyPr wrap="square" anchor="ctr" lIns="0" rIns="0" tIns="0" bIns="0"/>
          <a:lstStyle/>
          <a:p>
            <a:pPr algn="ctr">
              <a:spcBef>
                <a:spcPts val="0"/>
              </a:spcBef>
              <a:buNone/>
            </a:pPr>
            <a:r>
              <a:rPr sz="1100" b="1">
                <a:solidFill>
                  <a:srgbClr val="FFFFFF"/>
                </a:solidFill>
                <a:latin typeface="Roboto Black"/>
                <a:ea typeface="Roboto Black"/>
                <a:cs typeface="Roboto Black"/>
              </a:rPr>
              <a:t>3</a:t>
            </a:r>
          </a:p>
        </p:txBody>
      </p:sp>
      <p:sp>
        <p:nvSpPr>
          <p:cNvPr id="16" name="TextBox 15"/>
          <p:cNvSpPr txBox="1"/>
          <p:nvPr/>
        </p:nvSpPr>
        <p:spPr>
          <a:xfrm>
            <a:off x="1261872" y="4864608"/>
            <a:ext cx="5852160" cy="365760"/>
          </a:xfrm>
          <a:prstGeom prst="rect">
            <a:avLst/>
          </a:prstGeom>
          <a:noFill/>
        </p:spPr>
        <p:txBody>
          <a:bodyPr wrap="square" anchor="ctr" lIns="45720" rIns="45720" tIns="18288" bIns="18288"/>
          <a:lstStyle/>
          <a:p>
            <a:pPr>
              <a:spcBef>
                <a:spcPts val="0"/>
              </a:spcBef>
              <a:buNone/>
            </a:pPr>
            <a:r>
              <a:rPr sz="1600" b="0">
                <a:solidFill>
                  <a:srgbClr val="222B36"/>
                </a:solidFill>
                <a:latin typeface="Roboto Medium"/>
                <a:ea typeface="Roboto Medium"/>
                <a:cs typeface="Roboto Medium"/>
              </a:rPr>
              <a:t>Research gap và hướng phát triển</a:t>
            </a:r>
          </a:p>
        </p:txBody>
      </p:sp>
      <p:sp>
        <p:nvSpPr>
          <p:cNvPr id="17" name="Rounded Rectangle 16"/>
          <p:cNvSpPr/>
          <p:nvPr/>
        </p:nvSpPr>
        <p:spPr>
          <a:xfrm>
            <a:off x="841248" y="5367528"/>
            <a:ext cx="274320" cy="274320"/>
          </a:xfrm>
          <a:prstGeom prst="roundRect">
            <a:avLst>
              <a:gd name="adj" fmla="val 12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8" y="5367528"/>
            <a:ext cx="274320" cy="274320"/>
          </a:xfrm>
          <a:prstGeom prst="rect">
            <a:avLst/>
          </a:prstGeom>
          <a:noFill/>
        </p:spPr>
        <p:txBody>
          <a:bodyPr wrap="square" anchor="ctr" lIns="0" rIns="0" tIns="0" bIns="0"/>
          <a:lstStyle/>
          <a:p>
            <a:pPr algn="ctr">
              <a:spcBef>
                <a:spcPts val="0"/>
              </a:spcBef>
              <a:buNone/>
            </a:pPr>
            <a:r>
              <a:rPr sz="1100" b="1">
                <a:solidFill>
                  <a:srgbClr val="FFFFFF"/>
                </a:solidFill>
                <a:latin typeface="Roboto Black"/>
                <a:ea typeface="Roboto Black"/>
                <a:cs typeface="Roboto Black"/>
              </a:rPr>
              <a:t>4</a:t>
            </a:r>
          </a:p>
        </p:txBody>
      </p:sp>
      <p:sp>
        <p:nvSpPr>
          <p:cNvPr id="19" name="TextBox 18"/>
          <p:cNvSpPr txBox="1"/>
          <p:nvPr/>
        </p:nvSpPr>
        <p:spPr>
          <a:xfrm>
            <a:off x="1261872" y="5321808"/>
            <a:ext cx="5852160" cy="365760"/>
          </a:xfrm>
          <a:prstGeom prst="rect">
            <a:avLst/>
          </a:prstGeom>
          <a:noFill/>
        </p:spPr>
        <p:txBody>
          <a:bodyPr wrap="square" anchor="ctr" lIns="45720" rIns="45720" tIns="18288" bIns="18288"/>
          <a:lstStyle/>
          <a:p>
            <a:pPr>
              <a:spcBef>
                <a:spcPts val="0"/>
              </a:spcBef>
              <a:buNone/>
            </a:pPr>
            <a:r>
              <a:rPr sz="1600" b="0">
                <a:solidFill>
                  <a:srgbClr val="222B36"/>
                </a:solidFill>
                <a:latin typeface="Roboto Medium"/>
                <a:ea typeface="Roboto Medium"/>
                <a:cs typeface="Roboto Medium"/>
              </a:rPr>
              <a:t>Kết luận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20040" y="64008"/>
            <a:ext cx="9509760" cy="548640"/>
          </a:xfrm>
          <a:prstGeom prst="rect">
            <a:avLst/>
          </a:prstGeom>
          <a:noFill/>
        </p:spPr>
        <p:txBody>
          <a:bodyPr wrap="square" anchor="ctr" lIns="45720" rIns="45720" tIns="18288" bIns="18288"/>
          <a:lstStyle/>
          <a:p>
            <a:pPr>
              <a:spcBef>
                <a:spcPts val="0"/>
              </a:spcBef>
              <a:buNone/>
            </a:pPr>
            <a:r>
              <a:rPr sz="2200" b="1">
                <a:solidFill>
                  <a:srgbClr val="FFFFFF"/>
                </a:solidFill>
                <a:latin typeface="Roboto Black"/>
                <a:ea typeface="Roboto Black"/>
                <a:cs typeface="Roboto Black"/>
              </a:rPr>
              <a:t>So sánh hệ thống tám paper</a:t>
            </a:r>
          </a:p>
        </p:txBody>
      </p:sp>
      <p:sp>
        <p:nvSpPr>
          <p:cNvPr id="3" name="Section"/>
          <p:cNvSpPr txBox="1"/>
          <p:nvPr/>
        </p:nvSpPr>
        <p:spPr>
          <a:xfrm>
            <a:off x="9784080" y="64008"/>
            <a:ext cx="2103120" cy="548640"/>
          </a:xfrm>
          <a:prstGeom prst="rect">
            <a:avLst/>
          </a:prstGeom>
          <a:noFill/>
        </p:spPr>
        <p:txBody>
          <a:bodyPr wrap="square" anchor="ctr" lIns="45720" rIns="45720" tIns="18288" bIns="18288"/>
          <a:lstStyle/>
          <a:p>
            <a:pPr algn="r">
              <a:spcBef>
                <a:spcPts val="0"/>
              </a:spcBef>
              <a:buNone/>
            </a:pPr>
            <a:r>
              <a:rPr sz="1100" b="0">
                <a:solidFill>
                  <a:srgbClr val="B8C6D4"/>
                </a:solidFill>
                <a:latin typeface="Roboto Medium"/>
                <a:ea typeface="Roboto Medium"/>
                <a:cs typeface="Roboto Medium"/>
              </a:rPr>
              <a:t>6. So sánh</a:t>
            </a:r>
          </a:p>
        </p:txBody>
      </p:sp>
      <p:sp>
        <p:nvSpPr>
          <p:cNvPr id="4" name="Slide number"/>
          <p:cNvSpPr txBox="1"/>
          <p:nvPr/>
        </p:nvSpPr>
        <p:spPr>
          <a:xfrm>
            <a:off x="11155680" y="6199632"/>
            <a:ext cx="731520" cy="256032"/>
          </a:xfrm>
          <a:prstGeom prst="rect">
            <a:avLst/>
          </a:prstGeom>
          <a:noFill/>
        </p:spPr>
        <p:txBody>
          <a:bodyPr wrap="square" anchor="t" lIns="45720" rIns="45720" tIns="18288" bIns="18288"/>
          <a:lstStyle/>
          <a:p>
            <a:pPr algn="r">
              <a:spcBef>
                <a:spcPts val="0"/>
              </a:spcBef>
              <a:buNone/>
            </a:pPr>
            <a:r>
              <a:rPr sz="1000" b="0">
                <a:solidFill>
                  <a:srgbClr val="666666"/>
                </a:solidFill>
                <a:latin typeface="Roboto Medium"/>
                <a:ea typeface="Roboto Medium"/>
                <a:cs typeface="Roboto Medium"/>
              </a:rPr>
              <a:t>27</a:t>
            </a:r>
          </a:p>
        </p:txBody>
      </p:sp>
      <p:sp>
        <p:nvSpPr>
          <p:cNvPr id="5" name="HUST footer name mask"/>
          <p:cNvSpPr/>
          <p:nvPr/>
        </p:nvSpPr>
        <p:spPr>
          <a:xfrm>
            <a:off x="649224" y="6126480"/>
            <a:ext cx="3273552" cy="5212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HUST footer Vietnamese name"/>
          <p:cNvSpPr txBox="1"/>
          <p:nvPr/>
        </p:nvSpPr>
        <p:spPr>
          <a:xfrm>
            <a:off x="667512" y="6135624"/>
            <a:ext cx="3236976" cy="256032"/>
          </a:xfrm>
          <a:prstGeom prst="rect">
            <a:avLst/>
          </a:prstGeom>
          <a:noFill/>
        </p:spPr>
        <p:txBody>
          <a:bodyPr wrap="square" anchor="t" lIns="0" rIns="0" tIns="0" bIns="0"/>
          <a:lstStyle/>
          <a:p>
            <a:pPr>
              <a:spcBef>
                <a:spcPts val="0"/>
              </a:spcBef>
              <a:buNone/>
            </a:pPr>
            <a:r>
              <a:rPr sz="1688" b="1">
                <a:solidFill>
                  <a:srgbClr val="3F3F3F"/>
                </a:solidFill>
                <a:latin typeface="Roboto Black"/>
                <a:ea typeface="Roboto Black"/>
                <a:cs typeface="Roboto Black"/>
              </a:rPr>
              <a:t>ĐẠI HỌC BÁCH KHOA HÀ NỘI</a:t>
            </a:r>
          </a:p>
        </p:txBody>
      </p:sp>
      <p:sp>
        <p:nvSpPr>
          <p:cNvPr id="7" name="HUST footer English name"/>
          <p:cNvSpPr txBox="1"/>
          <p:nvPr/>
        </p:nvSpPr>
        <p:spPr>
          <a:xfrm>
            <a:off x="667512" y="6391656"/>
            <a:ext cx="3236976" cy="219456"/>
          </a:xfrm>
          <a:prstGeom prst="rect">
            <a:avLst/>
          </a:prstGeom>
          <a:noFill/>
        </p:spPr>
        <p:txBody>
          <a:bodyPr wrap="square" anchor="t" lIns="0" rIns="0" tIns="0" bIns="0"/>
          <a:lstStyle/>
          <a:p>
            <a:pPr>
              <a:spcBef>
                <a:spcPts val="0"/>
              </a:spcBef>
              <a:buNone/>
            </a:pPr>
            <a:r>
              <a:rPr sz="1000" b="0">
                <a:solidFill>
                  <a:srgbClr val="3F3F3F"/>
                </a:solidFill>
                <a:latin typeface="Roboto Medium"/>
                <a:ea typeface="Roboto Medium"/>
                <a:cs typeface="Roboto Medium"/>
              </a:rPr>
              <a:t>HANOI UNIVERSITY OF SCIENCE AND TECHNOLOGY</a:t>
            </a:r>
          </a:p>
        </p:txBody>
      </p:sp>
      <p:graphicFrame>
        <p:nvGraphicFramePr>
          <p:cNvPr id="8" name="Table 7"/>
          <p:cNvGraphicFramePr>
            <a:graphicFrameLocks noGrp="1"/>
          </p:cNvGraphicFramePr>
          <p:nvPr/>
        </p:nvGraphicFramePr>
        <p:xfrm>
          <a:off x="411480" y="960120"/>
          <a:ext cx="7863840" cy="4526280"/>
        </p:xfrm>
        <a:graphic>
          <a:graphicData uri="http://schemas.openxmlformats.org/drawingml/2006/table">
            <a:tbl>
              <a:tblPr firstRow="0" bandRow="0"/>
              <a:tblGrid>
                <a:gridCol w="1600200"/>
                <a:gridCol w="1691640"/>
                <a:gridCol w="960120"/>
                <a:gridCol w="1051560"/>
                <a:gridCol w="1508760"/>
                <a:gridCol w="1051560"/>
              </a:tblGrid>
              <a:tr h="502920">
                <a:tc>
                  <a:txBody>
                    <a:bodyPr wrap="square"/>
                    <a:lstStyle/>
                    <a:p>
                      <a:pPr>
                        <a:spcBef>
                          <a:spcPts val="0"/>
                        </a:spcBef>
                        <a:buNone/>
                      </a:pPr>
                      <a:r>
                        <a:rPr sz="1400" b="1">
                          <a:solidFill>
                            <a:srgbClr val="FFFFFF"/>
                          </a:solidFill>
                          <a:latin typeface="Roboto Black"/>
                          <a:ea typeface="Roboto Black"/>
                          <a:cs typeface="Roboto Black"/>
                        </a:rPr>
                        <a:t>Paper</a:t>
                      </a:r>
                    </a:p>
                  </a:txBody>
                  <a:tcPr marL="54864" marR="54864" marT="27432" marB="27432" anchor="ctr">
                    <a:solidFill>
                      <a:srgbClr val="003366"/>
                    </a:solidFill>
                  </a:tcPr>
                </a:tc>
                <a:tc>
                  <a:txBody>
                    <a:bodyPr wrap="square"/>
                    <a:lstStyle/>
                    <a:p>
                      <a:pPr>
                        <a:spcBef>
                          <a:spcPts val="0"/>
                        </a:spcBef>
                        <a:buNone/>
                      </a:pPr>
                      <a:r>
                        <a:rPr sz="1400" b="1">
                          <a:solidFill>
                            <a:srgbClr val="FFFFFF"/>
                          </a:solidFill>
                          <a:latin typeface="Roboto Black"/>
                          <a:ea typeface="Roboto Black"/>
                          <a:cs typeface="Roboto Black"/>
                        </a:rPr>
                        <a:t>Loại đóng góp</a:t>
                      </a:r>
                    </a:p>
                  </a:txBody>
                  <a:tcPr marL="54864" marR="54864" marT="27432" marB="27432" anchor="ctr">
                    <a:solidFill>
                      <a:srgbClr val="003366"/>
                    </a:solidFill>
                  </a:tcPr>
                </a:tc>
                <a:tc>
                  <a:txBody>
                    <a:bodyPr wrap="square"/>
                    <a:lstStyle/>
                    <a:p>
                      <a:pPr>
                        <a:spcBef>
                          <a:spcPts val="0"/>
                        </a:spcBef>
                        <a:buNone/>
                      </a:pPr>
                      <a:r>
                        <a:rPr sz="1400" b="1">
                          <a:solidFill>
                            <a:srgbClr val="FFFFFF"/>
                          </a:solidFill>
                          <a:latin typeface="Roboto Black"/>
                          <a:ea typeface="Roboto Black"/>
                          <a:cs typeface="Roboto Black"/>
                        </a:rPr>
                        <a:t>Training</a:t>
                      </a:r>
                    </a:p>
                  </a:txBody>
                  <a:tcPr marL="54864" marR="54864" marT="27432" marB="27432" anchor="ctr">
                    <a:solidFill>
                      <a:srgbClr val="003366"/>
                    </a:solidFill>
                  </a:tcPr>
                </a:tc>
                <a:tc>
                  <a:txBody>
                    <a:bodyPr wrap="square"/>
                    <a:lstStyle/>
                    <a:p>
                      <a:pPr>
                        <a:spcBef>
                          <a:spcPts val="0"/>
                        </a:spcBef>
                        <a:buNone/>
                      </a:pPr>
                      <a:r>
                        <a:rPr sz="1400" b="1">
                          <a:solidFill>
                            <a:srgbClr val="FFFFFF"/>
                          </a:solidFill>
                          <a:latin typeface="Roboto Black"/>
                          <a:ea typeface="Roboto Black"/>
                          <a:cs typeface="Roboto Black"/>
                        </a:rPr>
                        <a:t>White-box</a:t>
                      </a:r>
                    </a:p>
                  </a:txBody>
                  <a:tcPr marL="54864" marR="54864" marT="27432" marB="27432" anchor="ctr">
                    <a:solidFill>
                      <a:srgbClr val="003366"/>
                    </a:solidFill>
                  </a:tcPr>
                </a:tc>
                <a:tc>
                  <a:txBody>
                    <a:bodyPr wrap="square"/>
                    <a:lstStyle/>
                    <a:p>
                      <a:pPr>
                        <a:spcBef>
                          <a:spcPts val="0"/>
                        </a:spcBef>
                        <a:buNone/>
                      </a:pPr>
                      <a:r>
                        <a:rPr sz="1400" b="1">
                          <a:solidFill>
                            <a:srgbClr val="FFFFFF"/>
                          </a:solidFill>
                          <a:latin typeface="Roboto Black"/>
                          <a:ea typeface="Roboto Black"/>
                          <a:cs typeface="Roboto Black"/>
                        </a:rPr>
                        <a:t>Chi phí</a:t>
                      </a:r>
                    </a:p>
                  </a:txBody>
                  <a:tcPr marL="54864" marR="54864" marT="27432" marB="27432" anchor="ctr">
                    <a:solidFill>
                      <a:srgbClr val="003366"/>
                    </a:solidFill>
                  </a:tcPr>
                </a:tc>
                <a:tc>
                  <a:txBody>
                    <a:bodyPr wrap="square"/>
                    <a:lstStyle/>
                    <a:p>
                      <a:pPr>
                        <a:spcBef>
                          <a:spcPts val="0"/>
                        </a:spcBef>
                        <a:buNone/>
                      </a:pPr>
                      <a:r>
                        <a:rPr sz="1400" b="1">
                          <a:solidFill>
                            <a:srgbClr val="FFFFFF"/>
                          </a:solidFill>
                          <a:latin typeface="Roboto Black"/>
                          <a:ea typeface="Roboto Black"/>
                          <a:cs typeface="Roboto Black"/>
                        </a:rPr>
                        <a:t>Thống kê</a:t>
                      </a:r>
                    </a:p>
                  </a:txBody>
                  <a:tcPr marL="54864" marR="54864" marT="27432" marB="27432" anchor="ctr">
                    <a:solidFill>
                      <a:srgbClr val="003366"/>
                    </a:solidFill>
                  </a:tcPr>
                </a:tc>
              </a:tr>
              <a:tr h="502920">
                <a:tc>
                  <a:txBody>
                    <a:bodyPr wrap="square"/>
                    <a:lstStyle/>
                    <a:p>
                      <a:pPr>
                        <a:spcBef>
                          <a:spcPts val="0"/>
                        </a:spcBef>
                        <a:buNone/>
                      </a:pPr>
                      <a:r>
                        <a:rPr sz="1400" b="1">
                          <a:solidFill>
                            <a:srgbClr val="003366"/>
                          </a:solidFill>
                          <a:latin typeface="Roboto Black"/>
                          <a:ea typeface="Roboto Black"/>
                          <a:cs typeface="Roboto Black"/>
                        </a:rPr>
                        <a:t>MIRAGE</a:t>
                      </a:r>
                    </a:p>
                  </a:txBody>
                  <a:tcPr marL="54864" marR="54864" marT="27432" marB="27432" anchor="ctr">
                    <a:solidFill>
                      <a:srgbClr val="FFFFFF"/>
                    </a:solidFill>
                  </a:tcPr>
                </a:tc>
                <a:tc>
                  <a:txBody>
                    <a:bodyPr wrap="square"/>
                    <a:lstStyle/>
                    <a:p>
                      <a:pPr>
                        <a:spcBef>
                          <a:spcPts val="0"/>
                        </a:spcBef>
                        <a:buNone/>
                      </a:pPr>
                      <a:r>
                        <a:rPr sz="1400" b="0">
                          <a:solidFill>
                            <a:srgbClr val="222222"/>
                          </a:solidFill>
                          <a:latin typeface="Roboto Medium"/>
                          <a:ea typeface="Roboto Medium"/>
                          <a:cs typeface="Roboto Medium"/>
                        </a:rPr>
                        <a:t>Defense</a:t>
                      </a:r>
                    </a:p>
                  </a:txBody>
                  <a:tcPr marL="54864" marR="54864" marT="27432" marB="27432" anchor="ctr">
                    <a:solidFill>
                      <a:srgbClr val="FFFFFF"/>
                    </a:solidFill>
                  </a:tcPr>
                </a:tc>
                <a:tc>
                  <a:txBody>
                    <a:bodyPr wrap="square"/>
                    <a:lstStyle/>
                    <a:p>
                      <a:pPr>
                        <a:spcBef>
                          <a:spcPts val="0"/>
                        </a:spcBef>
                        <a:buNone/>
                      </a:pPr>
                      <a:r>
                        <a:rPr sz="1400" b="0">
                          <a:solidFill>
                            <a:srgbClr val="222222"/>
                          </a:solidFill>
                          <a:latin typeface="Roboto Medium"/>
                          <a:ea typeface="Roboto Medium"/>
                          <a:cs typeface="Roboto Medium"/>
                        </a:rPr>
                        <a:t>✗</a:t>
                      </a:r>
                    </a:p>
                  </a:txBody>
                  <a:tcPr marL="54864" marR="54864" marT="27432" marB="27432" anchor="ctr">
                    <a:solidFill>
                      <a:srgbClr val="FFFFFF"/>
                    </a:solidFill>
                  </a:tcPr>
                </a:tc>
                <a:tc>
                  <a:txBody>
                    <a:bodyPr wrap="square"/>
                    <a:lstStyle/>
                    <a:p>
                      <a:pPr>
                        <a:spcBef>
                          <a:spcPts val="0"/>
                        </a:spcBef>
                        <a:buNone/>
                      </a:pPr>
                      <a:r>
                        <a:rPr sz="1400" b="0">
                          <a:solidFill>
                            <a:srgbClr val="222222"/>
                          </a:solidFill>
                          <a:latin typeface="Roboto Medium"/>
                          <a:ea typeface="Roboto Medium"/>
                          <a:cs typeface="Roboto Medium"/>
                        </a:rPr>
                        <a:t>✗</a:t>
                      </a:r>
                    </a:p>
                  </a:txBody>
                  <a:tcPr marL="54864" marR="54864" marT="27432" marB="27432" anchor="ctr">
                    <a:solidFill>
                      <a:srgbClr val="FFFFFF"/>
                    </a:solidFill>
                  </a:tcPr>
                </a:tc>
                <a:tc>
                  <a:txBody>
                    <a:bodyPr wrap="square"/>
                    <a:lstStyle/>
                    <a:p>
                      <a:pPr>
                        <a:spcBef>
                          <a:spcPts val="0"/>
                        </a:spcBef>
                        <a:buNone/>
                      </a:pPr>
                      <a:r>
                        <a:rPr sz="1400" b="0">
                          <a:solidFill>
                            <a:srgbClr val="222222"/>
                          </a:solidFill>
                          <a:latin typeface="Roboto Medium"/>
                          <a:ea typeface="Roboto Medium"/>
                          <a:cs typeface="Roboto Medium"/>
                        </a:rPr>
                        <a:t>✗</a:t>
                      </a:r>
                    </a:p>
                  </a:txBody>
                  <a:tcPr marL="54864" marR="54864" marT="27432" marB="27432" anchor="ctr">
                    <a:solidFill>
                      <a:srgbClr val="FFFFFF"/>
                    </a:solidFill>
                  </a:tcPr>
                </a:tc>
                <a:tc>
                  <a:txBody>
                    <a:bodyPr wrap="square"/>
                    <a:lstStyle/>
                    <a:p>
                      <a:pPr>
                        <a:spcBef>
                          <a:spcPts val="0"/>
                        </a:spcBef>
                        <a:buNone/>
                      </a:pPr>
                      <a:r>
                        <a:rPr sz="1400" b="0">
                          <a:solidFill>
                            <a:srgbClr val="222222"/>
                          </a:solidFill>
                          <a:latin typeface="Roboto Medium"/>
                          <a:ea typeface="Roboto Medium"/>
                          <a:cs typeface="Roboto Medium"/>
                        </a:rPr>
                        <a:t>✗</a:t>
                      </a:r>
                    </a:p>
                  </a:txBody>
                  <a:tcPr marL="54864" marR="54864" marT="27432" marB="27432" anchor="ctr">
                    <a:solidFill>
                      <a:srgbClr val="FFFFFF"/>
                    </a:solidFill>
                  </a:tcPr>
                </a:tc>
              </a:tr>
              <a:tr h="502920">
                <a:tc>
                  <a:txBody>
                    <a:bodyPr wrap="square"/>
                    <a:lstStyle/>
                    <a:p>
                      <a:pPr>
                        <a:spcBef>
                          <a:spcPts val="0"/>
                        </a:spcBef>
                        <a:buNone/>
                      </a:pPr>
                      <a:r>
                        <a:rPr sz="1400" b="1">
                          <a:solidFill>
                            <a:srgbClr val="003366"/>
                          </a:solidFill>
                          <a:latin typeface="Roboto Black"/>
                          <a:ea typeface="Roboto Black"/>
                          <a:cs typeface="Roboto Black"/>
                        </a:rPr>
                        <a:t>TIDE</a:t>
                      </a:r>
                    </a:p>
                  </a:txBody>
                  <a:tcPr marL="54864" marR="54864" marT="27432" marB="27432" anchor="ctr">
                    <a:solidFill>
                      <a:srgbClr val="F3F6FB"/>
                    </a:solidFill>
                  </a:tcPr>
                </a:tc>
                <a:tc>
                  <a:txBody>
                    <a:bodyPr wrap="square"/>
                    <a:lstStyle/>
                    <a:p>
                      <a:pPr>
                        <a:spcBef>
                          <a:spcPts val="0"/>
                        </a:spcBef>
                        <a:buNone/>
                      </a:pPr>
                      <a:r>
                        <a:rPr sz="1400" b="0">
                          <a:solidFill>
                            <a:srgbClr val="222222"/>
                          </a:solidFill>
                          <a:latin typeface="Roboto Medium"/>
                          <a:ea typeface="Roboto Medium"/>
                          <a:cs typeface="Roboto Medium"/>
                        </a:rPr>
                        <a:t>Benchmark</a:t>
                      </a:r>
                    </a:p>
                  </a:txBody>
                  <a:tcPr marL="54864" marR="54864" marT="27432" marB="27432" anchor="ctr">
                    <a:solidFill>
                      <a:srgbClr val="F3F6FB"/>
                    </a:solidFill>
                  </a:tcPr>
                </a:tc>
                <a:tc>
                  <a:txBody>
                    <a:bodyPr wrap="square"/>
                    <a:lstStyle/>
                    <a:p>
                      <a:pPr>
                        <a:spcBef>
                          <a:spcPts val="0"/>
                        </a:spcBef>
                        <a:buNone/>
                      </a:pPr>
                      <a:r>
                        <a:rPr sz="1400" b="0">
                          <a:solidFill>
                            <a:srgbClr val="222222"/>
                          </a:solidFill>
                          <a:latin typeface="Roboto Medium"/>
                          <a:ea typeface="Roboto Medium"/>
                          <a:cs typeface="Roboto Medium"/>
                        </a:rPr>
                        <a:t>✗</a:t>
                      </a:r>
                    </a:p>
                  </a:txBody>
                  <a:tcPr marL="54864" marR="54864" marT="27432" marB="27432" anchor="ctr">
                    <a:solidFill>
                      <a:srgbClr val="F3F6FB"/>
                    </a:solidFill>
                  </a:tcPr>
                </a:tc>
                <a:tc>
                  <a:txBody>
                    <a:bodyPr wrap="square"/>
                    <a:lstStyle/>
                    <a:p>
                      <a:pPr>
                        <a:spcBef>
                          <a:spcPts val="0"/>
                        </a:spcBef>
                        <a:buNone/>
                      </a:pPr>
                      <a:r>
                        <a:rPr sz="1400" b="0">
                          <a:solidFill>
                            <a:srgbClr val="222222"/>
                          </a:solidFill>
                          <a:latin typeface="Roboto Medium"/>
                          <a:ea typeface="Roboto Medium"/>
                          <a:cs typeface="Roboto Medium"/>
                        </a:rPr>
                        <a:t>✗</a:t>
                      </a:r>
                    </a:p>
                  </a:txBody>
                  <a:tcPr marL="54864" marR="54864" marT="27432" marB="27432" anchor="ctr">
                    <a:solidFill>
                      <a:srgbClr val="F3F6FB"/>
                    </a:solidFill>
                  </a:tcPr>
                </a:tc>
                <a:tc>
                  <a:txBody>
                    <a:bodyPr wrap="square"/>
                    <a:lstStyle/>
                    <a:p>
                      <a:pPr>
                        <a:spcBef>
                          <a:spcPts val="0"/>
                        </a:spcBef>
                        <a:buNone/>
                      </a:pPr>
                      <a:r>
                        <a:rPr sz="1400" b="0">
                          <a:solidFill>
                            <a:srgbClr val="222222"/>
                          </a:solidFill>
                          <a:latin typeface="Roboto Medium"/>
                          <a:ea typeface="Roboto Medium"/>
                          <a:cs typeface="Roboto Medium"/>
                        </a:rPr>
                        <a:t>✗</a:t>
                      </a:r>
                    </a:p>
                  </a:txBody>
                  <a:tcPr marL="54864" marR="54864" marT="27432" marB="27432" anchor="ctr">
                    <a:solidFill>
                      <a:srgbClr val="F3F6FB"/>
                    </a:solidFill>
                  </a:tcPr>
                </a:tc>
                <a:tc>
                  <a:txBody>
                    <a:bodyPr wrap="square"/>
                    <a:lstStyle/>
                    <a:p>
                      <a:pPr>
                        <a:spcBef>
                          <a:spcPts val="0"/>
                        </a:spcBef>
                        <a:buNone/>
                      </a:pPr>
                      <a:r>
                        <a:rPr sz="1400" b="1">
                          <a:solidFill>
                            <a:srgbClr val="003366"/>
                          </a:solidFill>
                          <a:latin typeface="Roboto Black"/>
                          <a:ea typeface="Roboto Black"/>
                          <a:cs typeface="Roboto Black"/>
                        </a:rPr>
                        <a:t>✓</a:t>
                      </a:r>
                    </a:p>
                  </a:txBody>
                  <a:tcPr marL="54864" marR="54864" marT="27432" marB="27432" anchor="ctr">
                    <a:solidFill>
                      <a:srgbClr val="F3F6FB"/>
                    </a:solidFill>
                  </a:tcPr>
                </a:tc>
              </a:tr>
              <a:tr h="502920">
                <a:tc>
                  <a:txBody>
                    <a:bodyPr wrap="square"/>
                    <a:lstStyle/>
                    <a:p>
                      <a:pPr>
                        <a:spcBef>
                          <a:spcPts val="0"/>
                        </a:spcBef>
                        <a:buNone/>
                      </a:pPr>
                      <a:r>
                        <a:rPr sz="1400" b="1">
                          <a:solidFill>
                            <a:srgbClr val="003366"/>
                          </a:solidFill>
                          <a:latin typeface="Roboto Black"/>
                          <a:ea typeface="Roboto Black"/>
                          <a:cs typeface="Roboto Black"/>
                        </a:rPr>
                        <a:t>ProgRouter</a:t>
                      </a:r>
                    </a:p>
                  </a:txBody>
                  <a:tcPr marL="54864" marR="54864" marT="27432" marB="27432" anchor="ctr">
                    <a:solidFill>
                      <a:srgbClr val="FFFFFF"/>
                    </a:solidFill>
                  </a:tcPr>
                </a:tc>
                <a:tc>
                  <a:txBody>
                    <a:bodyPr wrap="square"/>
                    <a:lstStyle/>
                    <a:p>
                      <a:pPr>
                        <a:spcBef>
                          <a:spcPts val="0"/>
                        </a:spcBef>
                        <a:buNone/>
                      </a:pPr>
                      <a:r>
                        <a:rPr sz="1400" b="0">
                          <a:solidFill>
                            <a:srgbClr val="222222"/>
                          </a:solidFill>
                          <a:latin typeface="Roboto Medium"/>
                          <a:ea typeface="Roboto Medium"/>
                          <a:cs typeface="Roboto Medium"/>
                        </a:rPr>
                        <a:t>Router</a:t>
                      </a:r>
                    </a:p>
                  </a:txBody>
                  <a:tcPr marL="54864" marR="54864" marT="27432" marB="27432" anchor="ctr">
                    <a:solidFill>
                      <a:srgbClr val="FFFFFF"/>
                    </a:solidFill>
                  </a:tcPr>
                </a:tc>
                <a:tc>
                  <a:txBody>
                    <a:bodyPr wrap="square"/>
                    <a:lstStyle/>
                    <a:p>
                      <a:pPr>
                        <a:spcBef>
                          <a:spcPts val="0"/>
                        </a:spcBef>
                        <a:buNone/>
                      </a:pPr>
                      <a:r>
                        <a:rPr sz="1400" b="0">
                          <a:solidFill>
                            <a:srgbClr val="222222"/>
                          </a:solidFill>
                          <a:latin typeface="Roboto Medium"/>
                          <a:ea typeface="Roboto Medium"/>
                          <a:cs typeface="Roboto Medium"/>
                        </a:rPr>
                        <a:t>online</a:t>
                      </a:r>
                    </a:p>
                  </a:txBody>
                  <a:tcPr marL="54864" marR="54864" marT="27432" marB="27432" anchor="ctr">
                    <a:solidFill>
                      <a:srgbClr val="FFFFFF"/>
                    </a:solidFill>
                  </a:tcPr>
                </a:tc>
                <a:tc>
                  <a:txBody>
                    <a:bodyPr wrap="square"/>
                    <a:lstStyle/>
                    <a:p>
                      <a:pPr>
                        <a:spcBef>
                          <a:spcPts val="0"/>
                        </a:spcBef>
                        <a:buNone/>
                      </a:pPr>
                      <a:r>
                        <a:rPr sz="1400" b="0">
                          <a:solidFill>
                            <a:srgbClr val="222222"/>
                          </a:solidFill>
                          <a:latin typeface="Roboto Medium"/>
                          <a:ea typeface="Roboto Medium"/>
                          <a:cs typeface="Roboto Medium"/>
                        </a:rPr>
                        <a:t>✗</a:t>
                      </a:r>
                    </a:p>
                  </a:txBody>
                  <a:tcPr marL="54864" marR="54864" marT="27432" marB="27432" anchor="ctr">
                    <a:solidFill>
                      <a:srgbClr val="FFFFFF"/>
                    </a:solidFill>
                  </a:tcPr>
                </a:tc>
                <a:tc>
                  <a:txBody>
                    <a:bodyPr wrap="square"/>
                    <a:lstStyle/>
                    <a:p>
                      <a:pPr>
                        <a:spcBef>
                          <a:spcPts val="0"/>
                        </a:spcBef>
                        <a:buNone/>
                      </a:pPr>
                      <a:r>
                        <a:rPr sz="1400" b="1">
                          <a:solidFill>
                            <a:srgbClr val="003366"/>
                          </a:solidFill>
                          <a:latin typeface="Roboto Black"/>
                          <a:ea typeface="Roboto Black"/>
                          <a:cs typeface="Roboto Black"/>
                        </a:rPr>
                        <a:t>✓ năng lượng</a:t>
                      </a:r>
                    </a:p>
                  </a:txBody>
                  <a:tcPr marL="54864" marR="54864" marT="27432" marB="27432" anchor="ctr">
                    <a:solidFill>
                      <a:srgbClr val="FFFFFF"/>
                    </a:solidFill>
                  </a:tcPr>
                </a:tc>
                <a:tc>
                  <a:txBody>
                    <a:bodyPr wrap="square"/>
                    <a:lstStyle/>
                    <a:p>
                      <a:pPr>
                        <a:spcBef>
                          <a:spcPts val="0"/>
                        </a:spcBef>
                        <a:buNone/>
                      </a:pPr>
                      <a:r>
                        <a:rPr sz="1400" b="0">
                          <a:solidFill>
                            <a:srgbClr val="222222"/>
                          </a:solidFill>
                          <a:latin typeface="Roboto Medium"/>
                          <a:ea typeface="Roboto Medium"/>
                          <a:cs typeface="Roboto Medium"/>
                        </a:rPr>
                        <a:t>✗</a:t>
                      </a:r>
                    </a:p>
                  </a:txBody>
                  <a:tcPr marL="54864" marR="54864" marT="27432" marB="27432" anchor="ctr">
                    <a:solidFill>
                      <a:srgbClr val="FFFFFF"/>
                    </a:solidFill>
                  </a:tcPr>
                </a:tc>
              </a:tr>
              <a:tr h="502920">
                <a:tc>
                  <a:txBody>
                    <a:bodyPr wrap="square"/>
                    <a:lstStyle/>
                    <a:p>
                      <a:pPr>
                        <a:spcBef>
                          <a:spcPts val="0"/>
                        </a:spcBef>
                        <a:buNone/>
                      </a:pPr>
                      <a:r>
                        <a:rPr sz="1400" b="1">
                          <a:solidFill>
                            <a:srgbClr val="003366"/>
                          </a:solidFill>
                          <a:latin typeface="Roboto Black"/>
                          <a:ea typeface="Roboto Black"/>
                          <a:cs typeface="Roboto Black"/>
                        </a:rPr>
                        <a:t>HalluProp</a:t>
                      </a:r>
                    </a:p>
                  </a:txBody>
                  <a:tcPr marL="54864" marR="54864" marT="27432" marB="27432" anchor="ctr">
                    <a:solidFill>
                      <a:srgbClr val="F3F6FB"/>
                    </a:solidFill>
                  </a:tcPr>
                </a:tc>
                <a:tc>
                  <a:txBody>
                    <a:bodyPr wrap="square"/>
                    <a:lstStyle/>
                    <a:p>
                      <a:pPr>
                        <a:spcBef>
                          <a:spcPts val="0"/>
                        </a:spcBef>
                        <a:buNone/>
                      </a:pPr>
                      <a:r>
                        <a:rPr sz="1400" b="0">
                          <a:solidFill>
                            <a:srgbClr val="222222"/>
                          </a:solidFill>
                          <a:latin typeface="Roboto Medium"/>
                          <a:ea typeface="Roboto Medium"/>
                          <a:cs typeface="Roboto Medium"/>
                        </a:rPr>
                        <a:t>Risk predictor</a:t>
                      </a:r>
                    </a:p>
                  </a:txBody>
                  <a:tcPr marL="54864" marR="54864" marT="27432" marB="27432" anchor="ctr">
                    <a:solidFill>
                      <a:srgbClr val="F3F6FB"/>
                    </a:solidFill>
                  </a:tcPr>
                </a:tc>
                <a:tc>
                  <a:txBody>
                    <a:bodyPr wrap="square"/>
                    <a:lstStyle/>
                    <a:p>
                      <a:pPr>
                        <a:spcBef>
                          <a:spcPts val="0"/>
                        </a:spcBef>
                        <a:buNone/>
                      </a:pPr>
                      <a:r>
                        <a:rPr sz="1400" b="0">
                          <a:solidFill>
                            <a:srgbClr val="222222"/>
                          </a:solidFill>
                          <a:latin typeface="Roboto Medium"/>
                          <a:ea typeface="Roboto Medium"/>
                          <a:cs typeface="Roboto Medium"/>
                        </a:rPr>
                        <a:t>✓</a:t>
                      </a:r>
                    </a:p>
                  </a:txBody>
                  <a:tcPr marL="54864" marR="54864" marT="27432" marB="27432" anchor="ctr">
                    <a:solidFill>
                      <a:srgbClr val="F3F6FB"/>
                    </a:solidFill>
                  </a:tcPr>
                </a:tc>
                <a:tc>
                  <a:txBody>
                    <a:bodyPr wrap="square"/>
                    <a:lstStyle/>
                    <a:p>
                      <a:pPr>
                        <a:spcBef>
                          <a:spcPts val="0"/>
                        </a:spcBef>
                        <a:buNone/>
                      </a:pPr>
                      <a:r>
                        <a:rPr sz="1400" b="0">
                          <a:solidFill>
                            <a:srgbClr val="222222"/>
                          </a:solidFill>
                          <a:latin typeface="Roboto Medium"/>
                          <a:ea typeface="Roboto Medium"/>
                          <a:cs typeface="Roboto Medium"/>
                        </a:rPr>
                        <a:t>✗</a:t>
                      </a:r>
                    </a:p>
                  </a:txBody>
                  <a:tcPr marL="54864" marR="54864" marT="27432" marB="27432" anchor="ctr">
                    <a:solidFill>
                      <a:srgbClr val="F3F6FB"/>
                    </a:solidFill>
                  </a:tcPr>
                </a:tc>
                <a:tc>
                  <a:txBody>
                    <a:bodyPr wrap="square"/>
                    <a:lstStyle/>
                    <a:p>
                      <a:pPr>
                        <a:spcBef>
                          <a:spcPts val="0"/>
                        </a:spcBef>
                        <a:buNone/>
                      </a:pPr>
                      <a:r>
                        <a:rPr sz="1400" b="0">
                          <a:solidFill>
                            <a:srgbClr val="222222"/>
                          </a:solidFill>
                          <a:latin typeface="Roboto Medium"/>
                          <a:ea typeface="Roboto Medium"/>
                          <a:cs typeface="Roboto Medium"/>
                        </a:rPr>
                        <a:t>~ thời gian</a:t>
                      </a:r>
                    </a:p>
                  </a:txBody>
                  <a:tcPr marL="54864" marR="54864" marT="27432" marB="27432" anchor="ctr">
                    <a:solidFill>
                      <a:srgbClr val="F3F6FB"/>
                    </a:solidFill>
                  </a:tcPr>
                </a:tc>
                <a:tc>
                  <a:txBody>
                    <a:bodyPr wrap="square"/>
                    <a:lstStyle/>
                    <a:p>
                      <a:pPr>
                        <a:spcBef>
                          <a:spcPts val="0"/>
                        </a:spcBef>
                        <a:buNone/>
                      </a:pPr>
                      <a:r>
                        <a:rPr sz="1400" b="0">
                          <a:solidFill>
                            <a:srgbClr val="222222"/>
                          </a:solidFill>
                          <a:latin typeface="Roboto Medium"/>
                          <a:ea typeface="Roboto Medium"/>
                          <a:cs typeface="Roboto Medium"/>
                        </a:rPr>
                        <a:t>✗</a:t>
                      </a:r>
                    </a:p>
                  </a:txBody>
                  <a:tcPr marL="54864" marR="54864" marT="27432" marB="27432" anchor="ctr">
                    <a:solidFill>
                      <a:srgbClr val="F3F6FB"/>
                    </a:solidFill>
                  </a:tcPr>
                </a:tc>
              </a:tr>
              <a:tr h="502920">
                <a:tc>
                  <a:txBody>
                    <a:bodyPr wrap="square"/>
                    <a:lstStyle/>
                    <a:p>
                      <a:pPr>
                        <a:spcBef>
                          <a:spcPts val="0"/>
                        </a:spcBef>
                        <a:buNone/>
                      </a:pPr>
                      <a:r>
                        <a:rPr sz="1400" b="1">
                          <a:solidFill>
                            <a:srgbClr val="003366"/>
                          </a:solidFill>
                          <a:latin typeface="Roboto Black"/>
                          <a:ea typeface="Roboto Black"/>
                          <a:cs typeface="Roboto Black"/>
                        </a:rPr>
                        <a:t>DAIN</a:t>
                      </a:r>
                    </a:p>
                  </a:txBody>
                  <a:tcPr marL="54864" marR="54864" marT="27432" marB="27432" anchor="ctr">
                    <a:solidFill>
                      <a:srgbClr val="FFFFFF"/>
                    </a:solidFill>
                  </a:tcPr>
                </a:tc>
                <a:tc>
                  <a:txBody>
                    <a:bodyPr wrap="square"/>
                    <a:lstStyle/>
                    <a:p>
                      <a:pPr>
                        <a:spcBef>
                          <a:spcPts val="0"/>
                        </a:spcBef>
                        <a:buNone/>
                      </a:pPr>
                      <a:r>
                        <a:rPr sz="1400" b="0">
                          <a:solidFill>
                            <a:srgbClr val="222222"/>
                          </a:solidFill>
                          <a:latin typeface="Roboto Medium"/>
                          <a:ea typeface="Roboto Medium"/>
                          <a:cs typeface="Roboto Medium"/>
                        </a:rPr>
                        <a:t>Kiến trúc fusion</a:t>
                      </a:r>
                    </a:p>
                  </a:txBody>
                  <a:tcPr marL="54864" marR="54864" marT="27432" marB="27432" anchor="ctr">
                    <a:solidFill>
                      <a:srgbClr val="FFFFFF"/>
                    </a:solidFill>
                  </a:tcPr>
                </a:tc>
                <a:tc>
                  <a:txBody>
                    <a:bodyPr wrap="square"/>
                    <a:lstStyle/>
                    <a:p>
                      <a:pPr>
                        <a:spcBef>
                          <a:spcPts val="0"/>
                        </a:spcBef>
                        <a:buNone/>
                      </a:pPr>
                      <a:r>
                        <a:rPr sz="1400" b="0">
                          <a:solidFill>
                            <a:srgbClr val="222222"/>
                          </a:solidFill>
                          <a:latin typeface="Roboto Medium"/>
                          <a:ea typeface="Roboto Medium"/>
                          <a:cs typeface="Roboto Medium"/>
                        </a:rPr>
                        <a:t>✓</a:t>
                      </a:r>
                    </a:p>
                  </a:txBody>
                  <a:tcPr marL="54864" marR="54864" marT="27432" marB="27432" anchor="ctr">
                    <a:solidFill>
                      <a:srgbClr val="FFFFFF"/>
                    </a:solidFill>
                  </a:tcPr>
                </a:tc>
                <a:tc>
                  <a:txBody>
                    <a:bodyPr wrap="square"/>
                    <a:lstStyle/>
                    <a:p>
                      <a:pPr>
                        <a:spcBef>
                          <a:spcPts val="0"/>
                        </a:spcBef>
                        <a:buNone/>
                      </a:pPr>
                      <a:r>
                        <a:rPr sz="1400" b="0">
                          <a:solidFill>
                            <a:srgbClr val="222222"/>
                          </a:solidFill>
                          <a:latin typeface="Roboto Medium"/>
                          <a:ea typeface="Roboto Medium"/>
                          <a:cs typeface="Roboto Medium"/>
                        </a:rPr>
                        <a:t>–</a:t>
                      </a:r>
                    </a:p>
                  </a:txBody>
                  <a:tcPr marL="54864" marR="54864" marT="27432" marB="27432" anchor="ctr">
                    <a:solidFill>
                      <a:srgbClr val="FFFFFF"/>
                    </a:solidFill>
                  </a:tcPr>
                </a:tc>
                <a:tc>
                  <a:txBody>
                    <a:bodyPr wrap="square"/>
                    <a:lstStyle/>
                    <a:p>
                      <a:pPr>
                        <a:spcBef>
                          <a:spcPts val="0"/>
                        </a:spcBef>
                        <a:buNone/>
                      </a:pPr>
                      <a:r>
                        <a:rPr sz="1400" b="0">
                          <a:solidFill>
                            <a:srgbClr val="222222"/>
                          </a:solidFill>
                          <a:latin typeface="Roboto Medium"/>
                          <a:ea typeface="Roboto Medium"/>
                          <a:cs typeface="Roboto Medium"/>
                        </a:rPr>
                        <a:t>~ tham số</a:t>
                      </a:r>
                    </a:p>
                  </a:txBody>
                  <a:tcPr marL="54864" marR="54864" marT="27432" marB="27432" anchor="ctr">
                    <a:solidFill>
                      <a:srgbClr val="FFFFFF"/>
                    </a:solidFill>
                  </a:tcPr>
                </a:tc>
                <a:tc>
                  <a:txBody>
                    <a:bodyPr wrap="square"/>
                    <a:lstStyle/>
                    <a:p>
                      <a:pPr>
                        <a:spcBef>
                          <a:spcPts val="0"/>
                        </a:spcBef>
                        <a:buNone/>
                      </a:pPr>
                      <a:r>
                        <a:rPr sz="1400" b="0">
                          <a:solidFill>
                            <a:srgbClr val="222222"/>
                          </a:solidFill>
                          <a:latin typeface="Roboto Medium"/>
                          <a:ea typeface="Roboto Medium"/>
                          <a:cs typeface="Roboto Medium"/>
                        </a:rPr>
                        <a:t>✗</a:t>
                      </a:r>
                    </a:p>
                  </a:txBody>
                  <a:tcPr marL="54864" marR="54864" marT="27432" marB="27432" anchor="ctr">
                    <a:solidFill>
                      <a:srgbClr val="FFFFFF"/>
                    </a:solidFill>
                  </a:tcPr>
                </a:tc>
              </a:tr>
              <a:tr h="502920">
                <a:tc>
                  <a:txBody>
                    <a:bodyPr wrap="square"/>
                    <a:lstStyle/>
                    <a:p>
                      <a:pPr>
                        <a:spcBef>
                          <a:spcPts val="0"/>
                        </a:spcBef>
                        <a:buNone/>
                      </a:pPr>
                      <a:r>
                        <a:rPr sz="1400" b="1">
                          <a:solidFill>
                            <a:srgbClr val="003366"/>
                          </a:solidFill>
                          <a:latin typeface="Roboto Black"/>
                          <a:ea typeface="Roboto Black"/>
                          <a:cs typeface="Roboto Black"/>
                        </a:rPr>
                        <a:t>AGENT-RADAR</a:t>
                      </a:r>
                    </a:p>
                  </a:txBody>
                  <a:tcPr marL="54864" marR="54864" marT="27432" marB="27432" anchor="ctr">
                    <a:solidFill>
                      <a:srgbClr val="F3F6FB"/>
                    </a:solidFill>
                  </a:tcPr>
                </a:tc>
                <a:tc>
                  <a:txBody>
                    <a:bodyPr wrap="square"/>
                    <a:lstStyle/>
                    <a:p>
                      <a:pPr>
                        <a:spcBef>
                          <a:spcPts val="0"/>
                        </a:spcBef>
                        <a:buNone/>
                      </a:pPr>
                      <a:r>
                        <a:rPr sz="1400" b="0">
                          <a:solidFill>
                            <a:srgbClr val="222222"/>
                          </a:solidFill>
                          <a:latin typeface="Roboto Medium"/>
                          <a:ea typeface="Roboto Medium"/>
                          <a:cs typeface="Roboto Medium"/>
                        </a:rPr>
                        <a:t>Plug-in</a:t>
                      </a:r>
                    </a:p>
                  </a:txBody>
                  <a:tcPr marL="54864" marR="54864" marT="27432" marB="27432" anchor="ctr">
                    <a:solidFill>
                      <a:srgbClr val="F3F6FB"/>
                    </a:solidFill>
                  </a:tcPr>
                </a:tc>
                <a:tc>
                  <a:txBody>
                    <a:bodyPr wrap="square"/>
                    <a:lstStyle/>
                    <a:p>
                      <a:pPr>
                        <a:spcBef>
                          <a:spcPts val="0"/>
                        </a:spcBef>
                        <a:buNone/>
                      </a:pPr>
                      <a:r>
                        <a:rPr sz="1400" b="0">
                          <a:solidFill>
                            <a:srgbClr val="222222"/>
                          </a:solidFill>
                          <a:latin typeface="Roboto Medium"/>
                          <a:ea typeface="Roboto Medium"/>
                          <a:cs typeface="Roboto Medium"/>
                        </a:rPr>
                        <a:t>✗</a:t>
                      </a:r>
                    </a:p>
                  </a:txBody>
                  <a:tcPr marL="54864" marR="54864" marT="27432" marB="27432" anchor="ctr">
                    <a:solidFill>
                      <a:srgbClr val="F3F6FB"/>
                    </a:solidFill>
                  </a:tcPr>
                </a:tc>
                <a:tc>
                  <a:txBody>
                    <a:bodyPr wrap="square"/>
                    <a:lstStyle/>
                    <a:p>
                      <a:pPr>
                        <a:spcBef>
                          <a:spcPts val="0"/>
                        </a:spcBef>
                        <a:buNone/>
                      </a:pPr>
                      <a:r>
                        <a:rPr sz="1400" b="1">
                          <a:solidFill>
                            <a:srgbClr val="C00000"/>
                          </a:solidFill>
                          <a:latin typeface="Roboto Black"/>
                          <a:ea typeface="Roboto Black"/>
                          <a:cs typeface="Roboto Black"/>
                        </a:rPr>
                        <a:t>✓</a:t>
                      </a:r>
                    </a:p>
                  </a:txBody>
                  <a:tcPr marL="54864" marR="54864" marT="27432" marB="27432" anchor="ctr">
                    <a:solidFill>
                      <a:srgbClr val="F3F6FB"/>
                    </a:solidFill>
                  </a:tcPr>
                </a:tc>
                <a:tc>
                  <a:txBody>
                    <a:bodyPr wrap="square"/>
                    <a:lstStyle/>
                    <a:p>
                      <a:pPr>
                        <a:spcBef>
                          <a:spcPts val="0"/>
                        </a:spcBef>
                        <a:buNone/>
                      </a:pPr>
                      <a:r>
                        <a:rPr sz="1400" b="0">
                          <a:solidFill>
                            <a:srgbClr val="222222"/>
                          </a:solidFill>
                          <a:latin typeface="Roboto Medium"/>
                          <a:ea typeface="Roboto Medium"/>
                          <a:cs typeface="Roboto Medium"/>
                        </a:rPr>
                        <a:t>~ thời gian</a:t>
                      </a:r>
                    </a:p>
                  </a:txBody>
                  <a:tcPr marL="54864" marR="54864" marT="27432" marB="27432" anchor="ctr">
                    <a:solidFill>
                      <a:srgbClr val="F3F6FB"/>
                    </a:solidFill>
                  </a:tcPr>
                </a:tc>
                <a:tc>
                  <a:txBody>
                    <a:bodyPr wrap="square"/>
                    <a:lstStyle/>
                    <a:p>
                      <a:pPr>
                        <a:spcBef>
                          <a:spcPts val="0"/>
                        </a:spcBef>
                        <a:buNone/>
                      </a:pPr>
                      <a:r>
                        <a:rPr sz="1400" b="0">
                          <a:solidFill>
                            <a:srgbClr val="222222"/>
                          </a:solidFill>
                          <a:latin typeface="Roboto Medium"/>
                          <a:ea typeface="Roboto Medium"/>
                          <a:cs typeface="Roboto Medium"/>
                        </a:rPr>
                        <a:t>✗</a:t>
                      </a:r>
                    </a:p>
                  </a:txBody>
                  <a:tcPr marL="54864" marR="54864" marT="27432" marB="27432" anchor="ctr">
                    <a:solidFill>
                      <a:srgbClr val="F3F6FB"/>
                    </a:solidFill>
                  </a:tcPr>
                </a:tc>
              </a:tr>
              <a:tr h="502920">
                <a:tc>
                  <a:txBody>
                    <a:bodyPr wrap="square"/>
                    <a:lstStyle/>
                    <a:p>
                      <a:pPr>
                        <a:spcBef>
                          <a:spcPts val="0"/>
                        </a:spcBef>
                        <a:buNone/>
                      </a:pPr>
                      <a:r>
                        <a:rPr sz="1400" b="1">
                          <a:solidFill>
                            <a:srgbClr val="003366"/>
                          </a:solidFill>
                          <a:latin typeface="Roboto Black"/>
                          <a:ea typeface="Roboto Black"/>
                          <a:cs typeface="Roboto Black"/>
                        </a:rPr>
                        <a:t>MAC-RRG</a:t>
                      </a:r>
                    </a:p>
                  </a:txBody>
                  <a:tcPr marL="54864" marR="54864" marT="27432" marB="27432" anchor="ctr">
                    <a:solidFill>
                      <a:srgbClr val="FFFFFF"/>
                    </a:solidFill>
                  </a:tcPr>
                </a:tc>
                <a:tc>
                  <a:txBody>
                    <a:bodyPr wrap="square"/>
                    <a:lstStyle/>
                    <a:p>
                      <a:pPr>
                        <a:spcBef>
                          <a:spcPts val="0"/>
                        </a:spcBef>
                        <a:buNone/>
                      </a:pPr>
                      <a:r>
                        <a:rPr sz="1400" b="0">
                          <a:solidFill>
                            <a:srgbClr val="222222"/>
                          </a:solidFill>
                          <a:latin typeface="Roboto Medium"/>
                          <a:ea typeface="Roboto Medium"/>
                          <a:cs typeface="Roboto Medium"/>
                        </a:rPr>
                        <a:t>Ứng dụng</a:t>
                      </a:r>
                    </a:p>
                  </a:txBody>
                  <a:tcPr marL="54864" marR="54864" marT="27432" marB="27432" anchor="ctr">
                    <a:solidFill>
                      <a:srgbClr val="FFFFFF"/>
                    </a:solidFill>
                  </a:tcPr>
                </a:tc>
                <a:tc>
                  <a:txBody>
                    <a:bodyPr wrap="square"/>
                    <a:lstStyle/>
                    <a:p>
                      <a:pPr>
                        <a:spcBef>
                          <a:spcPts val="0"/>
                        </a:spcBef>
                        <a:buNone/>
                      </a:pPr>
                      <a:r>
                        <a:rPr sz="1400" b="0">
                          <a:solidFill>
                            <a:srgbClr val="222222"/>
                          </a:solidFill>
                          <a:latin typeface="Roboto Medium"/>
                          <a:ea typeface="Roboto Medium"/>
                          <a:cs typeface="Roboto Medium"/>
                        </a:rPr>
                        <a:t>✓</a:t>
                      </a:r>
                    </a:p>
                  </a:txBody>
                  <a:tcPr marL="54864" marR="54864" marT="27432" marB="27432" anchor="ctr">
                    <a:solidFill>
                      <a:srgbClr val="FFFFFF"/>
                    </a:solidFill>
                  </a:tcPr>
                </a:tc>
                <a:tc>
                  <a:txBody>
                    <a:bodyPr wrap="square"/>
                    <a:lstStyle/>
                    <a:p>
                      <a:pPr>
                        <a:spcBef>
                          <a:spcPts val="0"/>
                        </a:spcBef>
                        <a:buNone/>
                      </a:pPr>
                      <a:r>
                        <a:rPr sz="1400" b="0">
                          <a:solidFill>
                            <a:srgbClr val="222222"/>
                          </a:solidFill>
                          <a:latin typeface="Roboto Medium"/>
                          <a:ea typeface="Roboto Medium"/>
                          <a:cs typeface="Roboto Medium"/>
                        </a:rPr>
                        <a:t>–</a:t>
                      </a:r>
                    </a:p>
                  </a:txBody>
                  <a:tcPr marL="54864" marR="54864" marT="27432" marB="27432" anchor="ctr">
                    <a:solidFill>
                      <a:srgbClr val="FFFFFF"/>
                    </a:solidFill>
                  </a:tcPr>
                </a:tc>
                <a:tc>
                  <a:txBody>
                    <a:bodyPr wrap="square"/>
                    <a:lstStyle/>
                    <a:p>
                      <a:pPr>
                        <a:spcBef>
                          <a:spcPts val="0"/>
                        </a:spcBef>
                        <a:buNone/>
                      </a:pPr>
                      <a:r>
                        <a:rPr sz="1400" b="0">
                          <a:solidFill>
                            <a:srgbClr val="222222"/>
                          </a:solidFill>
                          <a:latin typeface="Roboto Medium"/>
                          <a:ea typeface="Roboto Medium"/>
                          <a:cs typeface="Roboto Medium"/>
                        </a:rPr>
                        <a:t>✗</a:t>
                      </a:r>
                    </a:p>
                  </a:txBody>
                  <a:tcPr marL="54864" marR="54864" marT="27432" marB="27432" anchor="ctr">
                    <a:solidFill>
                      <a:srgbClr val="FFFFFF"/>
                    </a:solidFill>
                  </a:tcPr>
                </a:tc>
                <a:tc>
                  <a:txBody>
                    <a:bodyPr wrap="square"/>
                    <a:lstStyle/>
                    <a:p>
                      <a:pPr>
                        <a:spcBef>
                          <a:spcPts val="0"/>
                        </a:spcBef>
                        <a:buNone/>
                      </a:pPr>
                      <a:r>
                        <a:rPr sz="1400" b="0">
                          <a:solidFill>
                            <a:srgbClr val="222222"/>
                          </a:solidFill>
                          <a:latin typeface="Roboto Medium"/>
                          <a:ea typeface="Roboto Medium"/>
                          <a:cs typeface="Roboto Medium"/>
                        </a:rPr>
                        <a:t>✗</a:t>
                      </a:r>
                    </a:p>
                  </a:txBody>
                  <a:tcPr marL="54864" marR="54864" marT="27432" marB="27432" anchor="ctr">
                    <a:solidFill>
                      <a:srgbClr val="FFFFFF"/>
                    </a:solidFill>
                  </a:tcPr>
                </a:tc>
              </a:tr>
              <a:tr h="502920">
                <a:tc>
                  <a:txBody>
                    <a:bodyPr wrap="square"/>
                    <a:lstStyle/>
                    <a:p>
                      <a:pPr>
                        <a:spcBef>
                          <a:spcPts val="0"/>
                        </a:spcBef>
                        <a:buNone/>
                      </a:pPr>
                      <a:r>
                        <a:rPr sz="1400" b="1">
                          <a:solidFill>
                            <a:srgbClr val="003366"/>
                          </a:solidFill>
                          <a:latin typeface="Roboto Black"/>
                          <a:ea typeface="Roboto Black"/>
                          <a:cs typeface="Roboto Black"/>
                        </a:rPr>
                        <a:t>UrbanAgent</a:t>
                      </a:r>
                    </a:p>
                  </a:txBody>
                  <a:tcPr marL="54864" marR="54864" marT="27432" marB="27432" anchor="ctr">
                    <a:solidFill>
                      <a:srgbClr val="F3F6FB"/>
                    </a:solidFill>
                  </a:tcPr>
                </a:tc>
                <a:tc>
                  <a:txBody>
                    <a:bodyPr wrap="square"/>
                    <a:lstStyle/>
                    <a:p>
                      <a:pPr>
                        <a:spcBef>
                          <a:spcPts val="0"/>
                        </a:spcBef>
                        <a:buNone/>
                      </a:pPr>
                      <a:r>
                        <a:rPr sz="1400" b="0">
                          <a:solidFill>
                            <a:srgbClr val="222222"/>
                          </a:solidFill>
                          <a:latin typeface="Roboto Medium"/>
                          <a:ea typeface="Roboto Medium"/>
                          <a:cs typeface="Roboto Medium"/>
                        </a:rPr>
                        <a:t>Ứng dụng</a:t>
                      </a:r>
                    </a:p>
                  </a:txBody>
                  <a:tcPr marL="54864" marR="54864" marT="27432" marB="27432" anchor="ctr">
                    <a:solidFill>
                      <a:srgbClr val="F3F6FB"/>
                    </a:solidFill>
                  </a:tcPr>
                </a:tc>
                <a:tc>
                  <a:txBody>
                    <a:bodyPr wrap="square"/>
                    <a:lstStyle/>
                    <a:p>
                      <a:pPr>
                        <a:spcBef>
                          <a:spcPts val="0"/>
                        </a:spcBef>
                        <a:buNone/>
                      </a:pPr>
                      <a:r>
                        <a:rPr sz="1400" b="0">
                          <a:solidFill>
                            <a:srgbClr val="222222"/>
                          </a:solidFill>
                          <a:latin typeface="Roboto Medium"/>
                          <a:ea typeface="Roboto Medium"/>
                          <a:cs typeface="Roboto Medium"/>
                        </a:rPr>
                        <a:t>✓</a:t>
                      </a:r>
                    </a:p>
                  </a:txBody>
                  <a:tcPr marL="54864" marR="54864" marT="27432" marB="27432" anchor="ctr">
                    <a:solidFill>
                      <a:srgbClr val="F3F6FB"/>
                    </a:solidFill>
                  </a:tcPr>
                </a:tc>
                <a:tc>
                  <a:txBody>
                    <a:bodyPr wrap="square"/>
                    <a:lstStyle/>
                    <a:p>
                      <a:pPr>
                        <a:spcBef>
                          <a:spcPts val="0"/>
                        </a:spcBef>
                        <a:buNone/>
                      </a:pPr>
                      <a:r>
                        <a:rPr sz="1400" b="0">
                          <a:solidFill>
                            <a:srgbClr val="222222"/>
                          </a:solidFill>
                          <a:latin typeface="Roboto Medium"/>
                          <a:ea typeface="Roboto Medium"/>
                          <a:cs typeface="Roboto Medium"/>
                        </a:rPr>
                        <a:t>–</a:t>
                      </a:r>
                    </a:p>
                  </a:txBody>
                  <a:tcPr marL="54864" marR="54864" marT="27432" marB="27432" anchor="ctr">
                    <a:solidFill>
                      <a:srgbClr val="F3F6FB"/>
                    </a:solidFill>
                  </a:tcPr>
                </a:tc>
                <a:tc>
                  <a:txBody>
                    <a:bodyPr wrap="square"/>
                    <a:lstStyle/>
                    <a:p>
                      <a:pPr>
                        <a:spcBef>
                          <a:spcPts val="0"/>
                        </a:spcBef>
                        <a:buNone/>
                      </a:pPr>
                      <a:r>
                        <a:rPr sz="1400" b="0">
                          <a:solidFill>
                            <a:srgbClr val="222222"/>
                          </a:solidFill>
                          <a:latin typeface="Roboto Medium"/>
                          <a:ea typeface="Roboto Medium"/>
                          <a:cs typeface="Roboto Medium"/>
                        </a:rPr>
                        <a:t>✗</a:t>
                      </a:r>
                    </a:p>
                  </a:txBody>
                  <a:tcPr marL="54864" marR="54864" marT="27432" marB="27432" anchor="ctr">
                    <a:solidFill>
                      <a:srgbClr val="F3F6FB"/>
                    </a:solidFill>
                  </a:tcPr>
                </a:tc>
                <a:tc>
                  <a:txBody>
                    <a:bodyPr wrap="square"/>
                    <a:lstStyle/>
                    <a:p>
                      <a:pPr>
                        <a:spcBef>
                          <a:spcPts val="0"/>
                        </a:spcBef>
                        <a:buNone/>
                      </a:pPr>
                      <a:r>
                        <a:rPr sz="1400" b="0">
                          <a:solidFill>
                            <a:srgbClr val="222222"/>
                          </a:solidFill>
                          <a:latin typeface="Roboto Medium"/>
                          <a:ea typeface="Roboto Medium"/>
                          <a:cs typeface="Roboto Medium"/>
                        </a:rPr>
                        <a:t>✗</a:t>
                      </a:r>
                    </a:p>
                  </a:txBody>
                  <a:tcPr marL="54864" marR="54864" marT="27432" marB="27432" anchor="ctr">
                    <a:solidFill>
                      <a:srgbClr val="F3F6FB"/>
                    </a:solidFill>
                  </a:tcPr>
                </a:tc>
              </a:tr>
            </a:tbl>
          </a:graphicData>
        </a:graphic>
      </p:graphicFrame>
      <p:sp>
        <p:nvSpPr>
          <p:cNvPr id="9" name="Rectangle 8"/>
          <p:cNvSpPr/>
          <p:nvPr/>
        </p:nvSpPr>
        <p:spPr>
          <a:xfrm>
            <a:off x="8503920" y="960120"/>
            <a:ext cx="3273552" cy="4983480"/>
          </a:xfrm>
          <a:prstGeom prst="rect">
            <a:avLst/>
          </a:prstGeom>
          <a:solidFill>
            <a:srgbClr val="F3F6FB"/>
          </a:solidFill>
          <a:ln w="9525">
            <a:solidFill>
              <a:srgbClr val="CFD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503920" y="960120"/>
            <a:ext cx="3273552" cy="54864"/>
          </a:xfrm>
          <a:prstGeom prst="rect">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650224" y="1069848"/>
            <a:ext cx="2999232" cy="4800600"/>
          </a:xfrm>
          <a:prstGeom prst="rect">
            <a:avLst/>
          </a:prstGeom>
          <a:noFill/>
        </p:spPr>
        <p:txBody>
          <a:bodyPr wrap="square" anchor="t" lIns="45720" rIns="45720" tIns="18288" bIns="18288"/>
          <a:lstStyle/>
          <a:p>
            <a:pPr>
              <a:spcBef>
                <a:spcPts val="0"/>
              </a:spcBef>
              <a:buNone/>
            </a:pPr>
            <a:r>
              <a:rPr sz="1900" b="1">
                <a:solidFill>
                  <a:srgbClr val="003366"/>
                </a:solidFill>
                <a:latin typeface="Roboto Black"/>
                <a:ea typeface="Roboto Black"/>
                <a:cs typeface="Roboto Black"/>
              </a:rPr>
              <a:t>Đọc bảng</a:t>
            </a:r>
          </a:p>
          <a:p>
            <a:pPr marL="125984" indent="-125984">
              <a:spcBef>
                <a:spcPts val="800"/>
              </a:spcBef>
              <a:buClr>
                <a:srgbClr val="C00000"/>
              </a:buClr>
              <a:buFont typeface="Arial"/>
              <a:buChar char="•"/>
            </a:pPr>
            <a:r>
              <a:rPr sz="1600" b="0">
                <a:solidFill>
                  <a:srgbClr val="222222"/>
                </a:solidFill>
                <a:latin typeface="Roboto Medium"/>
                <a:ea typeface="Roboto Medium"/>
                <a:cs typeface="Roboto Medium"/>
              </a:rPr>
              <a:t>Chỉ </a:t>
            </a:r>
            <a:r>
              <a:rPr sz="1600" b="1">
                <a:solidFill>
                  <a:srgbClr val="003366"/>
                </a:solidFill>
                <a:latin typeface="Roboto Black"/>
                <a:ea typeface="Roboto Black"/>
                <a:cs typeface="Roboto Black"/>
              </a:rPr>
              <a:t>TIDE</a:t>
            </a:r>
            <a:r>
              <a:rPr sz="1600" b="0">
                <a:solidFill>
                  <a:srgbClr val="222222"/>
                </a:solidFill>
                <a:latin typeface="Roboto Medium"/>
                <a:ea typeface="Roboto Medium"/>
                <a:cs typeface="Roboto Medium"/>
              </a:rPr>
              <a:t> có kiểm định thống kê.</a:t>
            </a:r>
          </a:p>
          <a:p>
            <a:pPr marL="125984" indent="-125984">
              <a:spcBef>
                <a:spcPts val="800"/>
              </a:spcBef>
              <a:buClr>
                <a:srgbClr val="C00000"/>
              </a:buClr>
              <a:buFont typeface="Arial"/>
              <a:buChar char="•"/>
            </a:pPr>
            <a:r>
              <a:rPr sz="1600" b="0">
                <a:solidFill>
                  <a:srgbClr val="222222"/>
                </a:solidFill>
                <a:latin typeface="Roboto Medium"/>
                <a:ea typeface="Roboto Medium"/>
                <a:cs typeface="Roboto Medium"/>
              </a:rPr>
              <a:t>Chỉ </a:t>
            </a:r>
            <a:r>
              <a:rPr sz="1600" b="1">
                <a:solidFill>
                  <a:srgbClr val="003366"/>
                </a:solidFill>
                <a:latin typeface="Roboto Black"/>
                <a:ea typeface="Roboto Black"/>
                <a:cs typeface="Roboto Black"/>
              </a:rPr>
              <a:t>ProgRouter</a:t>
            </a:r>
            <a:r>
              <a:rPr sz="1600" b="0">
                <a:solidFill>
                  <a:srgbClr val="222222"/>
                </a:solidFill>
                <a:latin typeface="Roboto Medium"/>
                <a:ea typeface="Roboto Medium"/>
                <a:cs typeface="Roboto Medium"/>
              </a:rPr>
              <a:t> đo năng lượng GPU thực.</a:t>
            </a:r>
          </a:p>
          <a:p>
            <a:pPr marL="125984" indent="-125984">
              <a:spcBef>
                <a:spcPts val="800"/>
              </a:spcBef>
              <a:buClr>
                <a:srgbClr val="C00000"/>
              </a:buClr>
              <a:buFont typeface="Arial"/>
              <a:buChar char="•"/>
            </a:pPr>
            <a:r>
              <a:rPr sz="1600" b="0">
                <a:solidFill>
                  <a:srgbClr val="222222"/>
                </a:solidFill>
                <a:latin typeface="Roboto Medium"/>
                <a:ea typeface="Roboto Medium"/>
                <a:cs typeface="Roboto Medium"/>
              </a:rPr>
              <a:t>Chỉ </a:t>
            </a:r>
            <a:r>
              <a:rPr sz="1600" b="1">
                <a:solidFill>
                  <a:srgbClr val="003366"/>
                </a:solidFill>
                <a:latin typeface="Roboto Black"/>
                <a:ea typeface="Roboto Black"/>
                <a:cs typeface="Roboto Black"/>
              </a:rPr>
              <a:t>AGENT-RADAR</a:t>
            </a:r>
            <a:r>
              <a:rPr sz="1600" b="0">
                <a:solidFill>
                  <a:srgbClr val="222222"/>
                </a:solidFill>
                <a:latin typeface="Roboto Medium"/>
                <a:ea typeface="Roboto Medium"/>
                <a:cs typeface="Roboto Medium"/>
              </a:rPr>
              <a:t> bắt buộc white-box.</a:t>
            </a:r>
          </a:p>
          <a:p>
            <a:pPr marL="125984" indent="-125984">
              <a:spcBef>
                <a:spcPts val="800"/>
              </a:spcBef>
              <a:buClr>
                <a:srgbClr val="C00000"/>
              </a:buClr>
              <a:buFont typeface="Arial"/>
              <a:buChar char="•"/>
            </a:pPr>
            <a:r>
              <a:rPr sz="1600" b="0">
                <a:solidFill>
                  <a:srgbClr val="222222"/>
                </a:solidFill>
                <a:latin typeface="Roboto Medium"/>
                <a:ea typeface="Roboto Medium"/>
                <a:cs typeface="Roboto Medium"/>
              </a:rPr>
              <a:t>Cùng benchmark nhưng khác tập con, topology, backbone → </a:t>
            </a:r>
            <a:r>
              <a:rPr sz="1600" b="1">
                <a:solidFill>
                  <a:srgbClr val="C00000"/>
                </a:solidFill>
                <a:latin typeface="Roboto Black"/>
                <a:ea typeface="Roboto Black"/>
                <a:cs typeface="Roboto Black"/>
              </a:rPr>
              <a:t>không so trực tiếp</a:t>
            </a:r>
            <a:r>
              <a:rPr sz="1600" b="0">
                <a:solidFill>
                  <a:srgbClr val="222222"/>
                </a:solidFill>
                <a:latin typeface="Roboto Medium"/>
                <a:ea typeface="Roboto Medium"/>
                <a:cs typeface="Roboto Medium"/>
              </a:rPr>
              <a:t> được con số.</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20040" y="64008"/>
            <a:ext cx="9509760" cy="548640"/>
          </a:xfrm>
          <a:prstGeom prst="rect">
            <a:avLst/>
          </a:prstGeom>
          <a:noFill/>
        </p:spPr>
        <p:txBody>
          <a:bodyPr wrap="square" anchor="ctr" lIns="45720" rIns="45720" tIns="18288" bIns="18288"/>
          <a:lstStyle/>
          <a:p>
            <a:pPr>
              <a:spcBef>
                <a:spcPts val="0"/>
              </a:spcBef>
              <a:buNone/>
            </a:pPr>
            <a:r>
              <a:rPr sz="2200" b="1">
                <a:solidFill>
                  <a:srgbClr val="FFFFFF"/>
                </a:solidFill>
                <a:latin typeface="Roboto Black"/>
                <a:ea typeface="Roboto Black"/>
                <a:cs typeface="Roboto Black"/>
              </a:rPr>
              <a:t>Ba nhận định xuyên suốt</a:t>
            </a:r>
          </a:p>
        </p:txBody>
      </p:sp>
      <p:sp>
        <p:nvSpPr>
          <p:cNvPr id="3" name="Section"/>
          <p:cNvSpPr txBox="1"/>
          <p:nvPr/>
        </p:nvSpPr>
        <p:spPr>
          <a:xfrm>
            <a:off x="9784080" y="64008"/>
            <a:ext cx="2103120" cy="548640"/>
          </a:xfrm>
          <a:prstGeom prst="rect">
            <a:avLst/>
          </a:prstGeom>
          <a:noFill/>
        </p:spPr>
        <p:txBody>
          <a:bodyPr wrap="square" anchor="ctr" lIns="45720" rIns="45720" tIns="18288" bIns="18288"/>
          <a:lstStyle/>
          <a:p>
            <a:pPr algn="r">
              <a:spcBef>
                <a:spcPts val="0"/>
              </a:spcBef>
              <a:buNone/>
            </a:pPr>
            <a:r>
              <a:rPr sz="1100" b="0">
                <a:solidFill>
                  <a:srgbClr val="B8C6D4"/>
                </a:solidFill>
                <a:latin typeface="Roboto Medium"/>
                <a:ea typeface="Roboto Medium"/>
                <a:cs typeface="Roboto Medium"/>
              </a:rPr>
              <a:t>6. So sánh</a:t>
            </a:r>
          </a:p>
        </p:txBody>
      </p:sp>
      <p:sp>
        <p:nvSpPr>
          <p:cNvPr id="4" name="Slide number"/>
          <p:cNvSpPr txBox="1"/>
          <p:nvPr/>
        </p:nvSpPr>
        <p:spPr>
          <a:xfrm>
            <a:off x="11155680" y="6199632"/>
            <a:ext cx="731520" cy="256032"/>
          </a:xfrm>
          <a:prstGeom prst="rect">
            <a:avLst/>
          </a:prstGeom>
          <a:noFill/>
        </p:spPr>
        <p:txBody>
          <a:bodyPr wrap="square" anchor="t" lIns="45720" rIns="45720" tIns="18288" bIns="18288"/>
          <a:lstStyle/>
          <a:p>
            <a:pPr algn="r">
              <a:spcBef>
                <a:spcPts val="0"/>
              </a:spcBef>
              <a:buNone/>
            </a:pPr>
            <a:r>
              <a:rPr sz="1000" b="0">
                <a:solidFill>
                  <a:srgbClr val="666666"/>
                </a:solidFill>
                <a:latin typeface="Roboto Medium"/>
                <a:ea typeface="Roboto Medium"/>
                <a:cs typeface="Roboto Medium"/>
              </a:rPr>
              <a:t>28</a:t>
            </a:r>
          </a:p>
        </p:txBody>
      </p:sp>
      <p:sp>
        <p:nvSpPr>
          <p:cNvPr id="5" name="HUST footer name mask"/>
          <p:cNvSpPr/>
          <p:nvPr/>
        </p:nvSpPr>
        <p:spPr>
          <a:xfrm>
            <a:off x="649224" y="6126480"/>
            <a:ext cx="3273552" cy="5212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HUST footer Vietnamese name"/>
          <p:cNvSpPr txBox="1"/>
          <p:nvPr/>
        </p:nvSpPr>
        <p:spPr>
          <a:xfrm>
            <a:off x="667512" y="6135624"/>
            <a:ext cx="3236976" cy="256032"/>
          </a:xfrm>
          <a:prstGeom prst="rect">
            <a:avLst/>
          </a:prstGeom>
          <a:noFill/>
        </p:spPr>
        <p:txBody>
          <a:bodyPr wrap="square" anchor="t" lIns="0" rIns="0" tIns="0" bIns="0"/>
          <a:lstStyle/>
          <a:p>
            <a:pPr>
              <a:spcBef>
                <a:spcPts val="0"/>
              </a:spcBef>
              <a:buNone/>
            </a:pPr>
            <a:r>
              <a:rPr sz="1688" b="1">
                <a:solidFill>
                  <a:srgbClr val="3F3F3F"/>
                </a:solidFill>
                <a:latin typeface="Roboto Black"/>
                <a:ea typeface="Roboto Black"/>
                <a:cs typeface="Roboto Black"/>
              </a:rPr>
              <a:t>ĐẠI HỌC BÁCH KHOA HÀ NỘI</a:t>
            </a:r>
          </a:p>
        </p:txBody>
      </p:sp>
      <p:sp>
        <p:nvSpPr>
          <p:cNvPr id="7" name="HUST footer English name"/>
          <p:cNvSpPr txBox="1"/>
          <p:nvPr/>
        </p:nvSpPr>
        <p:spPr>
          <a:xfrm>
            <a:off x="667512" y="6391656"/>
            <a:ext cx="3236976" cy="219456"/>
          </a:xfrm>
          <a:prstGeom prst="rect">
            <a:avLst/>
          </a:prstGeom>
          <a:noFill/>
        </p:spPr>
        <p:txBody>
          <a:bodyPr wrap="square" anchor="t" lIns="0" rIns="0" tIns="0" bIns="0"/>
          <a:lstStyle/>
          <a:p>
            <a:pPr>
              <a:spcBef>
                <a:spcPts val="0"/>
              </a:spcBef>
              <a:buNone/>
            </a:pPr>
            <a:r>
              <a:rPr sz="1000" b="0">
                <a:solidFill>
                  <a:srgbClr val="3F3F3F"/>
                </a:solidFill>
                <a:latin typeface="Roboto Medium"/>
                <a:ea typeface="Roboto Medium"/>
                <a:cs typeface="Roboto Medium"/>
              </a:rPr>
              <a:t>HANOI UNIVERSITY OF SCIENCE AND TECHNOLOGY</a:t>
            </a:r>
          </a:p>
        </p:txBody>
      </p:sp>
      <p:sp>
        <p:nvSpPr>
          <p:cNvPr id="8" name="Rounded Rectangle 7"/>
          <p:cNvSpPr/>
          <p:nvPr/>
        </p:nvSpPr>
        <p:spPr>
          <a:xfrm>
            <a:off x="411480" y="1005840"/>
            <a:ext cx="914400" cy="1280160"/>
          </a:xfrm>
          <a:prstGeom prst="roundRect">
            <a:avLst>
              <a:gd name="adj" fmla="val 12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11480" y="1005840"/>
            <a:ext cx="914400" cy="1280160"/>
          </a:xfrm>
          <a:prstGeom prst="rect">
            <a:avLst/>
          </a:prstGeom>
          <a:noFill/>
        </p:spPr>
        <p:txBody>
          <a:bodyPr wrap="square" anchor="ctr" lIns="45720" rIns="45720" tIns="18288" bIns="18288"/>
          <a:lstStyle/>
          <a:p>
            <a:pPr algn="ctr">
              <a:spcBef>
                <a:spcPts val="0"/>
              </a:spcBef>
              <a:buNone/>
            </a:pPr>
            <a:r>
              <a:rPr sz="3000" b="1">
                <a:solidFill>
                  <a:srgbClr val="FFFFFF"/>
                </a:solidFill>
                <a:latin typeface="Roboto Black"/>
                <a:ea typeface="Roboto Black"/>
                <a:cs typeface="Roboto Black"/>
              </a:rPr>
              <a:t>1</a:t>
            </a:r>
          </a:p>
        </p:txBody>
      </p:sp>
      <p:sp>
        <p:nvSpPr>
          <p:cNvPr id="10" name="Rectangle 9"/>
          <p:cNvSpPr/>
          <p:nvPr/>
        </p:nvSpPr>
        <p:spPr>
          <a:xfrm>
            <a:off x="1463040" y="1005840"/>
            <a:ext cx="10314432" cy="1280160"/>
          </a:xfrm>
          <a:prstGeom prst="rect">
            <a:avLst/>
          </a:prstGeom>
          <a:solidFill>
            <a:srgbClr val="F3F6FB"/>
          </a:solidFill>
          <a:ln w="9525">
            <a:solidFill>
              <a:srgbClr val="CFD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600200" y="1078992"/>
            <a:ext cx="10040112" cy="1188720"/>
          </a:xfrm>
          <a:prstGeom prst="rect">
            <a:avLst/>
          </a:prstGeom>
          <a:noFill/>
        </p:spPr>
        <p:txBody>
          <a:bodyPr wrap="square" anchor="t" lIns="45720" rIns="45720" tIns="18288" bIns="18288"/>
          <a:lstStyle/>
          <a:p>
            <a:pPr>
              <a:spcBef>
                <a:spcPts val="0"/>
              </a:spcBef>
              <a:buNone/>
            </a:pPr>
            <a:r>
              <a:rPr sz="1900" b="1">
                <a:solidFill>
                  <a:srgbClr val="003366"/>
                </a:solidFill>
                <a:latin typeface="Roboto Black"/>
                <a:ea typeface="Roboto Black"/>
                <a:cs typeface="Roboto Black"/>
              </a:rPr>
              <a:t>Communication graph là trung tâm</a:t>
            </a:r>
          </a:p>
          <a:p>
            <a:pPr>
              <a:spcBef>
                <a:spcPts val="500"/>
              </a:spcBef>
              <a:buNone/>
            </a:pPr>
            <a:r>
              <a:rPr sz="1600" b="0">
                <a:solidFill>
                  <a:srgbClr val="222222"/>
                </a:solidFill>
                <a:latin typeface="Roboto Medium"/>
                <a:ea typeface="Roboto Medium"/>
                <a:cs typeface="Roboto Medium"/>
              </a:rPr>
              <a:t>6/8 bài thao tác trực tiếp: </a:t>
            </a:r>
            <a:r>
              <a:rPr sz="1600" b="1">
                <a:solidFill>
                  <a:srgbClr val="003366"/>
                </a:solidFill>
                <a:latin typeface="Roboto Black"/>
                <a:ea typeface="Roboto Black"/>
                <a:cs typeface="Roboto Black"/>
              </a:rPr>
              <a:t>giấu</a:t>
            </a:r>
            <a:r>
              <a:rPr sz="1600" b="0">
                <a:solidFill>
                  <a:srgbClr val="222222"/>
                </a:solidFill>
                <a:latin typeface="Roboto Medium"/>
                <a:ea typeface="Roboto Medium"/>
                <a:cs typeface="Roboto Medium"/>
              </a:rPr>
              <a:t> (MIRAGE), </a:t>
            </a:r>
            <a:r>
              <a:rPr sz="1600" b="1">
                <a:solidFill>
                  <a:srgbClr val="003366"/>
                </a:solidFill>
                <a:latin typeface="Roboto Black"/>
                <a:ea typeface="Roboto Black"/>
                <a:cs typeface="Roboto Black"/>
              </a:rPr>
              <a:t>phân tích</a:t>
            </a:r>
            <a:r>
              <a:rPr sz="1600" b="0">
                <a:solidFill>
                  <a:srgbClr val="222222"/>
                </a:solidFill>
                <a:latin typeface="Roboto Medium"/>
                <a:ea typeface="Roboto Medium"/>
                <a:cs typeface="Roboto Medium"/>
              </a:rPr>
              <a:t> (HalluProp), </a:t>
            </a:r>
            <a:r>
              <a:rPr sz="1600" b="1">
                <a:solidFill>
                  <a:srgbClr val="003366"/>
                </a:solidFill>
                <a:latin typeface="Roboto Black"/>
                <a:ea typeface="Roboto Black"/>
                <a:cs typeface="Roboto Black"/>
              </a:rPr>
              <a:t>đo khoảng cách</a:t>
            </a:r>
            <a:r>
              <a:rPr sz="1600" b="0">
                <a:solidFill>
                  <a:srgbClr val="222222"/>
                </a:solidFill>
                <a:latin typeface="Roboto Medium"/>
                <a:ea typeface="Roboto Medium"/>
                <a:cs typeface="Roboto Medium"/>
              </a:rPr>
              <a:t> (RADAR), </a:t>
            </a:r>
            <a:r>
              <a:rPr sz="1600" b="1">
                <a:solidFill>
                  <a:srgbClr val="003366"/>
                </a:solidFill>
                <a:latin typeface="Roboto Black"/>
                <a:ea typeface="Roboto Black"/>
                <a:cs typeface="Roboto Black"/>
              </a:rPr>
              <a:t>học</a:t>
            </a:r>
            <a:r>
              <a:rPr sz="1600" b="0">
                <a:solidFill>
                  <a:srgbClr val="222222"/>
                </a:solidFill>
                <a:latin typeface="Roboto Medium"/>
                <a:ea typeface="Roboto Medium"/>
                <a:cs typeface="Roboto Medium"/>
              </a:rPr>
              <a:t> (DAIN, UrbanAgent), </a:t>
            </a:r>
            <a:r>
              <a:rPr sz="1600" b="1">
                <a:solidFill>
                  <a:srgbClr val="003366"/>
                </a:solidFill>
                <a:latin typeface="Roboto Black"/>
                <a:ea typeface="Roboto Black"/>
                <a:cs typeface="Roboto Black"/>
              </a:rPr>
              <a:t>truy vết</a:t>
            </a:r>
            <a:r>
              <a:rPr sz="1600" b="0">
                <a:solidFill>
                  <a:srgbClr val="222222"/>
                </a:solidFill>
                <a:latin typeface="Roboto Medium"/>
                <a:ea typeface="Roboto Medium"/>
                <a:cs typeface="Roboto Medium"/>
              </a:rPr>
              <a:t> (TIDE).</a:t>
            </a:r>
          </a:p>
        </p:txBody>
      </p:sp>
      <p:sp>
        <p:nvSpPr>
          <p:cNvPr id="12" name="Rounded Rectangle 11"/>
          <p:cNvSpPr/>
          <p:nvPr/>
        </p:nvSpPr>
        <p:spPr>
          <a:xfrm>
            <a:off x="411480" y="2468880"/>
            <a:ext cx="914400" cy="1280160"/>
          </a:xfrm>
          <a:prstGeom prst="roundRect">
            <a:avLst>
              <a:gd name="adj" fmla="val 12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11480" y="2468880"/>
            <a:ext cx="914400" cy="1280160"/>
          </a:xfrm>
          <a:prstGeom prst="rect">
            <a:avLst/>
          </a:prstGeom>
          <a:noFill/>
        </p:spPr>
        <p:txBody>
          <a:bodyPr wrap="square" anchor="ctr" lIns="45720" rIns="45720" tIns="18288" bIns="18288"/>
          <a:lstStyle/>
          <a:p>
            <a:pPr algn="ctr">
              <a:spcBef>
                <a:spcPts val="0"/>
              </a:spcBef>
              <a:buNone/>
            </a:pPr>
            <a:r>
              <a:rPr sz="3000" b="1">
                <a:solidFill>
                  <a:srgbClr val="FFFFFF"/>
                </a:solidFill>
                <a:latin typeface="Roboto Black"/>
                <a:ea typeface="Roboto Black"/>
                <a:cs typeface="Roboto Black"/>
              </a:rPr>
              <a:t>2</a:t>
            </a:r>
          </a:p>
        </p:txBody>
      </p:sp>
      <p:sp>
        <p:nvSpPr>
          <p:cNvPr id="14" name="Rectangle 13"/>
          <p:cNvSpPr/>
          <p:nvPr/>
        </p:nvSpPr>
        <p:spPr>
          <a:xfrm>
            <a:off x="1463040" y="2468880"/>
            <a:ext cx="10314432" cy="1280160"/>
          </a:xfrm>
          <a:prstGeom prst="rect">
            <a:avLst/>
          </a:prstGeom>
          <a:solidFill>
            <a:srgbClr val="F3F6FB"/>
          </a:solidFill>
          <a:ln w="9525">
            <a:solidFill>
              <a:srgbClr val="CFD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600200" y="2542032"/>
            <a:ext cx="10040112" cy="1188720"/>
          </a:xfrm>
          <a:prstGeom prst="rect">
            <a:avLst/>
          </a:prstGeom>
          <a:noFill/>
        </p:spPr>
        <p:txBody>
          <a:bodyPr wrap="square" anchor="t" lIns="45720" rIns="45720" tIns="18288" bIns="18288"/>
          <a:lstStyle/>
          <a:p>
            <a:pPr>
              <a:spcBef>
                <a:spcPts val="0"/>
              </a:spcBef>
              <a:buNone/>
            </a:pPr>
            <a:r>
              <a:rPr sz="1900" b="1">
                <a:solidFill>
                  <a:srgbClr val="003366"/>
                </a:solidFill>
                <a:latin typeface="Roboto Black"/>
                <a:ea typeface="Roboto Black"/>
                <a:cs typeface="Roboto Black"/>
              </a:rPr>
              <a:t>Lan truyền là rủi ro cốt lõi</a:t>
            </a:r>
          </a:p>
          <a:p>
            <a:pPr>
              <a:spcBef>
                <a:spcPts val="500"/>
              </a:spcBef>
              <a:buNone/>
            </a:pPr>
            <a:r>
              <a:rPr sz="1600" b="0">
                <a:solidFill>
                  <a:srgbClr val="222222"/>
                </a:solidFill>
                <a:latin typeface="Roboto Medium"/>
                <a:ea typeface="Roboto Medium"/>
                <a:cs typeface="Roboto Medium"/>
              </a:rPr>
              <a:t>Thảo luận </a:t>
            </a:r>
            <a:r>
              <a:rPr sz="1600" b="1">
                <a:solidFill>
                  <a:srgbClr val="003366"/>
                </a:solidFill>
                <a:latin typeface="Roboto Black"/>
                <a:ea typeface="Roboto Black"/>
                <a:cs typeface="Roboto Black"/>
              </a:rPr>
              <a:t>khuếch đại</a:t>
            </a:r>
            <a:r>
              <a:rPr sz="1600" b="0">
                <a:solidFill>
                  <a:srgbClr val="222222"/>
                </a:solidFill>
                <a:latin typeface="Roboto Medium"/>
                <a:ea typeface="Roboto Medium"/>
                <a:cs typeface="Roboto Medium"/>
              </a:rPr>
              <a:t> sai lệch thay vì sửa sai (TIDE); hallucination lan theo cạnh (HalluProp).</a:t>
            </a:r>
          </a:p>
        </p:txBody>
      </p:sp>
      <p:sp>
        <p:nvSpPr>
          <p:cNvPr id="16" name="Rounded Rectangle 15"/>
          <p:cNvSpPr/>
          <p:nvPr/>
        </p:nvSpPr>
        <p:spPr>
          <a:xfrm>
            <a:off x="411480" y="3931920"/>
            <a:ext cx="914400" cy="1280160"/>
          </a:xfrm>
          <a:prstGeom prst="roundRect">
            <a:avLst>
              <a:gd name="adj" fmla="val 12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11480" y="3931920"/>
            <a:ext cx="914400" cy="1280160"/>
          </a:xfrm>
          <a:prstGeom prst="rect">
            <a:avLst/>
          </a:prstGeom>
          <a:noFill/>
        </p:spPr>
        <p:txBody>
          <a:bodyPr wrap="square" anchor="ctr" lIns="45720" rIns="45720" tIns="18288" bIns="18288"/>
          <a:lstStyle/>
          <a:p>
            <a:pPr algn="ctr">
              <a:spcBef>
                <a:spcPts val="0"/>
              </a:spcBef>
              <a:buNone/>
            </a:pPr>
            <a:r>
              <a:rPr sz="3000" b="1">
                <a:solidFill>
                  <a:srgbClr val="FFFFFF"/>
                </a:solidFill>
                <a:latin typeface="Roboto Black"/>
                <a:ea typeface="Roboto Black"/>
                <a:cs typeface="Roboto Black"/>
              </a:rPr>
              <a:t>3</a:t>
            </a:r>
          </a:p>
        </p:txBody>
      </p:sp>
      <p:sp>
        <p:nvSpPr>
          <p:cNvPr id="18" name="Rectangle 17"/>
          <p:cNvSpPr/>
          <p:nvPr/>
        </p:nvSpPr>
        <p:spPr>
          <a:xfrm>
            <a:off x="1463040" y="3931920"/>
            <a:ext cx="10314432" cy="1280160"/>
          </a:xfrm>
          <a:prstGeom prst="rect">
            <a:avLst/>
          </a:prstGeom>
          <a:solidFill>
            <a:srgbClr val="F3F6FB"/>
          </a:solidFill>
          <a:ln w="9525">
            <a:solidFill>
              <a:srgbClr val="CFD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600200" y="4005072"/>
            <a:ext cx="10040112" cy="1188720"/>
          </a:xfrm>
          <a:prstGeom prst="rect">
            <a:avLst/>
          </a:prstGeom>
          <a:noFill/>
        </p:spPr>
        <p:txBody>
          <a:bodyPr wrap="square" anchor="t" lIns="45720" rIns="45720" tIns="18288" bIns="18288"/>
          <a:lstStyle/>
          <a:p>
            <a:pPr>
              <a:spcBef>
                <a:spcPts val="0"/>
              </a:spcBef>
              <a:buNone/>
            </a:pPr>
            <a:r>
              <a:rPr sz="1900" b="1">
                <a:solidFill>
                  <a:srgbClr val="003366"/>
                </a:solidFill>
                <a:latin typeface="Roboto Black"/>
                <a:ea typeface="Roboto Black"/>
                <a:cs typeface="Roboto Black"/>
              </a:rPr>
              <a:t>Khái niệm “agent” bị nới rộng</a:t>
            </a:r>
          </a:p>
          <a:p>
            <a:pPr>
              <a:spcBef>
                <a:spcPts val="500"/>
              </a:spcBef>
              <a:buNone/>
            </a:pPr>
            <a:r>
              <a:rPr sz="1600" b="0">
                <a:solidFill>
                  <a:srgbClr val="222222"/>
                </a:solidFill>
                <a:latin typeface="Roboto Medium"/>
                <a:ea typeface="Roboto Medium"/>
                <a:cs typeface="Roboto Medium"/>
              </a:rPr>
              <a:t>LLM agent thật (5 bài) · LLM + aggregator học được (UrbanAgent) · neural / retrieval module (DAIN, MAC-RRG).</a:t>
            </a:r>
          </a:p>
        </p:txBody>
      </p:sp>
      <p:sp>
        <p:nvSpPr>
          <p:cNvPr id="20" name="TextBox 19"/>
          <p:cNvSpPr txBox="1"/>
          <p:nvPr/>
        </p:nvSpPr>
        <p:spPr>
          <a:xfrm>
            <a:off x="411480" y="5440680"/>
            <a:ext cx="11365992" cy="502920"/>
          </a:xfrm>
          <a:prstGeom prst="rect">
            <a:avLst/>
          </a:prstGeom>
          <a:noFill/>
        </p:spPr>
        <p:txBody>
          <a:bodyPr wrap="square" anchor="t" lIns="45720" rIns="45720" tIns="18288" bIns="18288"/>
          <a:lstStyle/>
          <a:p>
            <a:pPr>
              <a:spcBef>
                <a:spcPts val="0"/>
              </a:spcBef>
              <a:buNone/>
            </a:pPr>
            <a:r>
              <a:rPr sz="1550" b="0">
                <a:solidFill>
                  <a:srgbClr val="666666"/>
                </a:solidFill>
                <a:latin typeface="Roboto Medium"/>
                <a:ea typeface="Roboto Medium"/>
                <a:cs typeface="Roboto Medium"/>
              </a:rPr>
              <a:t>Hiệu quả </a:t>
            </a:r>
            <a:r>
              <a:rPr sz="1550" b="1">
                <a:solidFill>
                  <a:srgbClr val="003366"/>
                </a:solidFill>
                <a:latin typeface="Roboto Black"/>
                <a:ea typeface="Roboto Black"/>
                <a:cs typeface="Roboto Black"/>
              </a:rPr>
              <a:t>không</a:t>
            </a:r>
            <a:r>
              <a:rPr sz="1550" b="0">
                <a:solidFill>
                  <a:srgbClr val="666666"/>
                </a:solidFill>
                <a:latin typeface="Roboto Medium"/>
                <a:ea typeface="Roboto Medium"/>
                <a:cs typeface="Roboto Medium"/>
              </a:rPr>
              <a:t> đến từ nhiều agent hơn: ProgRouter dùng chủ yếu model 0.5B; DAIN tốt nhất với τ = 4/8 agent.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20040" y="64008"/>
            <a:ext cx="9509760" cy="548640"/>
          </a:xfrm>
          <a:prstGeom prst="rect">
            <a:avLst/>
          </a:prstGeom>
          <a:noFill/>
        </p:spPr>
        <p:txBody>
          <a:bodyPr wrap="square" anchor="ctr" lIns="45720" rIns="45720" tIns="18288" bIns="18288"/>
          <a:lstStyle/>
          <a:p>
            <a:pPr>
              <a:spcBef>
                <a:spcPts val="0"/>
              </a:spcBef>
              <a:buNone/>
            </a:pPr>
            <a:r>
              <a:rPr sz="2200" b="1">
                <a:solidFill>
                  <a:srgbClr val="FFFFFF"/>
                </a:solidFill>
                <a:latin typeface="Roboto Black"/>
                <a:ea typeface="Roboto Black"/>
                <a:cs typeface="Roboto Black"/>
              </a:rPr>
              <a:t>Research gap và hướng phát triển</a:t>
            </a:r>
          </a:p>
        </p:txBody>
      </p:sp>
      <p:sp>
        <p:nvSpPr>
          <p:cNvPr id="3" name="Section"/>
          <p:cNvSpPr txBox="1"/>
          <p:nvPr/>
        </p:nvSpPr>
        <p:spPr>
          <a:xfrm>
            <a:off x="9784080" y="64008"/>
            <a:ext cx="2103120" cy="548640"/>
          </a:xfrm>
          <a:prstGeom prst="rect">
            <a:avLst/>
          </a:prstGeom>
          <a:noFill/>
        </p:spPr>
        <p:txBody>
          <a:bodyPr wrap="square" anchor="ctr" lIns="45720" rIns="45720" tIns="18288" bIns="18288"/>
          <a:lstStyle/>
          <a:p>
            <a:pPr algn="r">
              <a:spcBef>
                <a:spcPts val="0"/>
              </a:spcBef>
              <a:buNone/>
            </a:pPr>
            <a:r>
              <a:rPr sz="1100" b="0">
                <a:solidFill>
                  <a:srgbClr val="B8C6D4"/>
                </a:solidFill>
                <a:latin typeface="Roboto Medium"/>
                <a:ea typeface="Roboto Medium"/>
                <a:cs typeface="Roboto Medium"/>
              </a:rPr>
              <a:t>6. Kết luận</a:t>
            </a:r>
          </a:p>
        </p:txBody>
      </p:sp>
      <p:sp>
        <p:nvSpPr>
          <p:cNvPr id="4" name="Slide number"/>
          <p:cNvSpPr txBox="1"/>
          <p:nvPr/>
        </p:nvSpPr>
        <p:spPr>
          <a:xfrm>
            <a:off x="11155680" y="6199632"/>
            <a:ext cx="731520" cy="256032"/>
          </a:xfrm>
          <a:prstGeom prst="rect">
            <a:avLst/>
          </a:prstGeom>
          <a:noFill/>
        </p:spPr>
        <p:txBody>
          <a:bodyPr wrap="square" anchor="t" lIns="45720" rIns="45720" tIns="18288" bIns="18288"/>
          <a:lstStyle/>
          <a:p>
            <a:pPr algn="r">
              <a:spcBef>
                <a:spcPts val="0"/>
              </a:spcBef>
              <a:buNone/>
            </a:pPr>
            <a:r>
              <a:rPr sz="1000" b="0">
                <a:solidFill>
                  <a:srgbClr val="666666"/>
                </a:solidFill>
                <a:latin typeface="Roboto Medium"/>
                <a:ea typeface="Roboto Medium"/>
                <a:cs typeface="Roboto Medium"/>
              </a:rPr>
              <a:t>29</a:t>
            </a:r>
          </a:p>
        </p:txBody>
      </p:sp>
      <p:sp>
        <p:nvSpPr>
          <p:cNvPr id="5" name="HUST footer name mask"/>
          <p:cNvSpPr/>
          <p:nvPr/>
        </p:nvSpPr>
        <p:spPr>
          <a:xfrm>
            <a:off x="649224" y="6126480"/>
            <a:ext cx="3273552" cy="5212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HUST footer Vietnamese name"/>
          <p:cNvSpPr txBox="1"/>
          <p:nvPr/>
        </p:nvSpPr>
        <p:spPr>
          <a:xfrm>
            <a:off x="667512" y="6135624"/>
            <a:ext cx="3236976" cy="256032"/>
          </a:xfrm>
          <a:prstGeom prst="rect">
            <a:avLst/>
          </a:prstGeom>
          <a:noFill/>
        </p:spPr>
        <p:txBody>
          <a:bodyPr wrap="square" anchor="t" lIns="0" rIns="0" tIns="0" bIns="0"/>
          <a:lstStyle/>
          <a:p>
            <a:pPr>
              <a:spcBef>
                <a:spcPts val="0"/>
              </a:spcBef>
              <a:buNone/>
            </a:pPr>
            <a:r>
              <a:rPr sz="1688" b="1">
                <a:solidFill>
                  <a:srgbClr val="3F3F3F"/>
                </a:solidFill>
                <a:latin typeface="Roboto Black"/>
                <a:ea typeface="Roboto Black"/>
                <a:cs typeface="Roboto Black"/>
              </a:rPr>
              <a:t>ĐẠI HỌC BÁCH KHOA HÀ NỘI</a:t>
            </a:r>
          </a:p>
        </p:txBody>
      </p:sp>
      <p:sp>
        <p:nvSpPr>
          <p:cNvPr id="7" name="HUST footer English name"/>
          <p:cNvSpPr txBox="1"/>
          <p:nvPr/>
        </p:nvSpPr>
        <p:spPr>
          <a:xfrm>
            <a:off x="667512" y="6391656"/>
            <a:ext cx="3236976" cy="219456"/>
          </a:xfrm>
          <a:prstGeom prst="rect">
            <a:avLst/>
          </a:prstGeom>
          <a:noFill/>
        </p:spPr>
        <p:txBody>
          <a:bodyPr wrap="square" anchor="t" lIns="0" rIns="0" tIns="0" bIns="0"/>
          <a:lstStyle/>
          <a:p>
            <a:pPr>
              <a:spcBef>
                <a:spcPts val="0"/>
              </a:spcBef>
              <a:buNone/>
            </a:pPr>
            <a:r>
              <a:rPr sz="1000" b="0">
                <a:solidFill>
                  <a:srgbClr val="3F3F3F"/>
                </a:solidFill>
                <a:latin typeface="Roboto Medium"/>
                <a:ea typeface="Roboto Medium"/>
                <a:cs typeface="Roboto Medium"/>
              </a:rPr>
              <a:t>HANOI UNIVERSITY OF SCIENCE AND TECHNOLOGY</a:t>
            </a:r>
          </a:p>
        </p:txBody>
      </p:sp>
      <p:sp>
        <p:nvSpPr>
          <p:cNvPr id="8" name="TextBox 7"/>
          <p:cNvSpPr txBox="1"/>
          <p:nvPr/>
        </p:nvSpPr>
        <p:spPr>
          <a:xfrm>
            <a:off x="411480" y="914400"/>
            <a:ext cx="5303520" cy="457200"/>
          </a:xfrm>
          <a:prstGeom prst="rect">
            <a:avLst/>
          </a:prstGeom>
          <a:noFill/>
        </p:spPr>
        <p:txBody>
          <a:bodyPr wrap="square" anchor="t" lIns="45720" rIns="45720" tIns="18288" bIns="18288"/>
          <a:lstStyle/>
          <a:p>
            <a:pPr>
              <a:spcBef>
                <a:spcPts val="0"/>
              </a:spcBef>
              <a:buNone/>
            </a:pPr>
            <a:r>
              <a:rPr sz="2000" b="1">
                <a:solidFill>
                  <a:srgbClr val="C00000"/>
                </a:solidFill>
                <a:latin typeface="Roboto Black"/>
                <a:ea typeface="Roboto Black"/>
                <a:cs typeface="Roboto Black"/>
              </a:rPr>
              <a:t>Research gap</a:t>
            </a:r>
          </a:p>
        </p:txBody>
      </p:sp>
      <p:sp>
        <p:nvSpPr>
          <p:cNvPr id="9" name="Rounded Rectangle 8"/>
          <p:cNvSpPr/>
          <p:nvPr/>
        </p:nvSpPr>
        <p:spPr>
          <a:xfrm>
            <a:off x="411480" y="1463040"/>
            <a:ext cx="566928" cy="713232"/>
          </a:xfrm>
          <a:prstGeom prst="roundRect">
            <a:avLst>
              <a:gd name="adj" fmla="val 12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11480" y="1463040"/>
            <a:ext cx="566928" cy="713232"/>
          </a:xfrm>
          <a:prstGeom prst="rect">
            <a:avLst/>
          </a:prstGeom>
          <a:noFill/>
        </p:spPr>
        <p:txBody>
          <a:bodyPr wrap="square" anchor="ctr" lIns="45720" rIns="45720" tIns="18288" bIns="18288"/>
          <a:lstStyle/>
          <a:p>
            <a:pPr algn="ctr">
              <a:spcBef>
                <a:spcPts val="0"/>
              </a:spcBef>
              <a:buNone/>
            </a:pPr>
            <a:r>
              <a:rPr sz="1500" b="1">
                <a:solidFill>
                  <a:srgbClr val="FFFFFF"/>
                </a:solidFill>
                <a:latin typeface="Roboto Black"/>
                <a:ea typeface="Roboto Black"/>
                <a:cs typeface="Roboto Black"/>
              </a:rPr>
              <a:t>G1</a:t>
            </a:r>
          </a:p>
        </p:txBody>
      </p:sp>
      <p:sp>
        <p:nvSpPr>
          <p:cNvPr id="11" name="Rectangle 10"/>
          <p:cNvSpPr/>
          <p:nvPr/>
        </p:nvSpPr>
        <p:spPr>
          <a:xfrm>
            <a:off x="1069848" y="1463040"/>
            <a:ext cx="4553712" cy="713232"/>
          </a:xfrm>
          <a:prstGeom prst="rect">
            <a:avLst/>
          </a:prstGeom>
          <a:solidFill>
            <a:srgbClr val="FCF4F4"/>
          </a:solidFill>
          <a:ln w="9525">
            <a:solidFill>
              <a:srgbClr val="EBCBC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161288" y="1463040"/>
            <a:ext cx="4389120" cy="713232"/>
          </a:xfrm>
          <a:prstGeom prst="rect">
            <a:avLst/>
          </a:prstGeom>
          <a:noFill/>
        </p:spPr>
        <p:txBody>
          <a:bodyPr wrap="square" anchor="ctr" lIns="45720" rIns="45720" tIns="18288" bIns="18288"/>
          <a:lstStyle/>
          <a:p>
            <a:pPr>
              <a:spcBef>
                <a:spcPts val="0"/>
              </a:spcBef>
              <a:buNone/>
            </a:pPr>
            <a:r>
              <a:rPr sz="1500" b="0">
                <a:solidFill>
                  <a:srgbClr val="222222"/>
                </a:solidFill>
                <a:latin typeface="Roboto Medium"/>
                <a:ea typeface="Roboto Medium"/>
                <a:cs typeface="Roboto Medium"/>
              </a:rPr>
              <a:t>Chưa có benchmark chung: chất lượng + chi phí + robustness</a:t>
            </a:r>
          </a:p>
        </p:txBody>
      </p:sp>
      <p:sp>
        <p:nvSpPr>
          <p:cNvPr id="13" name="Rounded Rectangle 12"/>
          <p:cNvSpPr/>
          <p:nvPr/>
        </p:nvSpPr>
        <p:spPr>
          <a:xfrm>
            <a:off x="411480" y="2331720"/>
            <a:ext cx="566928" cy="713232"/>
          </a:xfrm>
          <a:prstGeom prst="roundRect">
            <a:avLst>
              <a:gd name="adj" fmla="val 12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11480" y="2331720"/>
            <a:ext cx="566928" cy="713232"/>
          </a:xfrm>
          <a:prstGeom prst="rect">
            <a:avLst/>
          </a:prstGeom>
          <a:noFill/>
        </p:spPr>
        <p:txBody>
          <a:bodyPr wrap="square" anchor="ctr" lIns="45720" rIns="45720" tIns="18288" bIns="18288"/>
          <a:lstStyle/>
          <a:p>
            <a:pPr algn="ctr">
              <a:spcBef>
                <a:spcPts val="0"/>
              </a:spcBef>
              <a:buNone/>
            </a:pPr>
            <a:r>
              <a:rPr sz="1500" b="1">
                <a:solidFill>
                  <a:srgbClr val="FFFFFF"/>
                </a:solidFill>
                <a:latin typeface="Roboto Black"/>
                <a:ea typeface="Roboto Black"/>
                <a:cs typeface="Roboto Black"/>
              </a:rPr>
              <a:t>G2</a:t>
            </a:r>
          </a:p>
        </p:txBody>
      </p:sp>
      <p:sp>
        <p:nvSpPr>
          <p:cNvPr id="15" name="Rectangle 14"/>
          <p:cNvSpPr/>
          <p:nvPr/>
        </p:nvSpPr>
        <p:spPr>
          <a:xfrm>
            <a:off x="1069848" y="2331720"/>
            <a:ext cx="4553712" cy="713232"/>
          </a:xfrm>
          <a:prstGeom prst="rect">
            <a:avLst/>
          </a:prstGeom>
          <a:solidFill>
            <a:srgbClr val="FCF4F4"/>
          </a:solidFill>
          <a:ln w="9525">
            <a:solidFill>
              <a:srgbClr val="EBCBC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161288" y="2331720"/>
            <a:ext cx="4389120" cy="713232"/>
          </a:xfrm>
          <a:prstGeom prst="rect">
            <a:avLst/>
          </a:prstGeom>
          <a:noFill/>
        </p:spPr>
        <p:txBody>
          <a:bodyPr wrap="square" anchor="ctr" lIns="45720" rIns="45720" tIns="18288" bIns="18288"/>
          <a:lstStyle/>
          <a:p>
            <a:pPr>
              <a:spcBef>
                <a:spcPts val="0"/>
              </a:spcBef>
              <a:buNone/>
            </a:pPr>
            <a:r>
              <a:rPr sz="1500" b="0">
                <a:solidFill>
                  <a:srgbClr val="222222"/>
                </a:solidFill>
                <a:latin typeface="Roboto Medium"/>
                <a:ea typeface="Roboto Medium"/>
                <a:cs typeface="Roboto Medium"/>
              </a:rPr>
              <a:t>7/8 bài không có phương sai hay kiểm định thống kê</a:t>
            </a:r>
          </a:p>
        </p:txBody>
      </p:sp>
      <p:sp>
        <p:nvSpPr>
          <p:cNvPr id="17" name="Rounded Rectangle 16"/>
          <p:cNvSpPr/>
          <p:nvPr/>
        </p:nvSpPr>
        <p:spPr>
          <a:xfrm>
            <a:off x="411480" y="3200400"/>
            <a:ext cx="566928" cy="713232"/>
          </a:xfrm>
          <a:prstGeom prst="roundRect">
            <a:avLst>
              <a:gd name="adj" fmla="val 12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11480" y="3200400"/>
            <a:ext cx="566928" cy="713232"/>
          </a:xfrm>
          <a:prstGeom prst="rect">
            <a:avLst/>
          </a:prstGeom>
          <a:noFill/>
        </p:spPr>
        <p:txBody>
          <a:bodyPr wrap="square" anchor="ctr" lIns="45720" rIns="45720" tIns="18288" bIns="18288"/>
          <a:lstStyle/>
          <a:p>
            <a:pPr algn="ctr">
              <a:spcBef>
                <a:spcPts val="0"/>
              </a:spcBef>
              <a:buNone/>
            </a:pPr>
            <a:r>
              <a:rPr sz="1500" b="1">
                <a:solidFill>
                  <a:srgbClr val="FFFFFF"/>
                </a:solidFill>
                <a:latin typeface="Roboto Black"/>
                <a:ea typeface="Roboto Black"/>
                <a:cs typeface="Roboto Black"/>
              </a:rPr>
              <a:t>G3</a:t>
            </a:r>
          </a:p>
        </p:txBody>
      </p:sp>
      <p:sp>
        <p:nvSpPr>
          <p:cNvPr id="19" name="Rectangle 18"/>
          <p:cNvSpPr/>
          <p:nvPr/>
        </p:nvSpPr>
        <p:spPr>
          <a:xfrm>
            <a:off x="1069848" y="3200400"/>
            <a:ext cx="4553712" cy="713232"/>
          </a:xfrm>
          <a:prstGeom prst="rect">
            <a:avLst/>
          </a:prstGeom>
          <a:solidFill>
            <a:srgbClr val="FCF4F4"/>
          </a:solidFill>
          <a:ln w="9525">
            <a:solidFill>
              <a:srgbClr val="EBCBC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161288" y="3200400"/>
            <a:ext cx="4389120" cy="713232"/>
          </a:xfrm>
          <a:prstGeom prst="rect">
            <a:avLst/>
          </a:prstGeom>
          <a:noFill/>
        </p:spPr>
        <p:txBody>
          <a:bodyPr wrap="square" anchor="ctr" lIns="45720" rIns="45720" tIns="18288" bIns="18288"/>
          <a:lstStyle/>
          <a:p>
            <a:pPr>
              <a:spcBef>
                <a:spcPts val="0"/>
              </a:spcBef>
              <a:buNone/>
            </a:pPr>
            <a:r>
              <a:rPr sz="1500" b="0">
                <a:solidFill>
                  <a:srgbClr val="222222"/>
                </a:solidFill>
                <a:latin typeface="Roboto Medium"/>
                <a:ea typeface="Roboto Medium"/>
                <a:cs typeface="Roboto Medium"/>
              </a:rPr>
              <a:t>Quy mô nhỏ: ≤ 8 agent, 2–5 vòng, tác vụ ngắn</a:t>
            </a:r>
          </a:p>
        </p:txBody>
      </p:sp>
      <p:sp>
        <p:nvSpPr>
          <p:cNvPr id="21" name="Rounded Rectangle 20"/>
          <p:cNvSpPr/>
          <p:nvPr/>
        </p:nvSpPr>
        <p:spPr>
          <a:xfrm>
            <a:off x="411480" y="4069079"/>
            <a:ext cx="566928" cy="713232"/>
          </a:xfrm>
          <a:prstGeom prst="roundRect">
            <a:avLst>
              <a:gd name="adj" fmla="val 12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11480" y="4069079"/>
            <a:ext cx="566928" cy="713232"/>
          </a:xfrm>
          <a:prstGeom prst="rect">
            <a:avLst/>
          </a:prstGeom>
          <a:noFill/>
        </p:spPr>
        <p:txBody>
          <a:bodyPr wrap="square" anchor="ctr" lIns="45720" rIns="45720" tIns="18288" bIns="18288"/>
          <a:lstStyle/>
          <a:p>
            <a:pPr algn="ctr">
              <a:spcBef>
                <a:spcPts val="0"/>
              </a:spcBef>
              <a:buNone/>
            </a:pPr>
            <a:r>
              <a:rPr sz="1500" b="1">
                <a:solidFill>
                  <a:srgbClr val="FFFFFF"/>
                </a:solidFill>
                <a:latin typeface="Roboto Black"/>
                <a:ea typeface="Roboto Black"/>
                <a:cs typeface="Roboto Black"/>
              </a:rPr>
              <a:t>G4</a:t>
            </a:r>
          </a:p>
        </p:txBody>
      </p:sp>
      <p:sp>
        <p:nvSpPr>
          <p:cNvPr id="23" name="Rectangle 22"/>
          <p:cNvSpPr/>
          <p:nvPr/>
        </p:nvSpPr>
        <p:spPr>
          <a:xfrm>
            <a:off x="1069848" y="4069079"/>
            <a:ext cx="4553712" cy="713232"/>
          </a:xfrm>
          <a:prstGeom prst="rect">
            <a:avLst/>
          </a:prstGeom>
          <a:solidFill>
            <a:srgbClr val="FCF4F4"/>
          </a:solidFill>
          <a:ln w="9525">
            <a:solidFill>
              <a:srgbClr val="EBCBC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161288" y="4069079"/>
            <a:ext cx="4389120" cy="713232"/>
          </a:xfrm>
          <a:prstGeom prst="rect">
            <a:avLst/>
          </a:prstGeom>
          <a:noFill/>
        </p:spPr>
        <p:txBody>
          <a:bodyPr wrap="square" anchor="ctr" lIns="45720" rIns="45720" tIns="18288" bIns="18288"/>
          <a:lstStyle/>
          <a:p>
            <a:pPr>
              <a:spcBef>
                <a:spcPts val="0"/>
              </a:spcBef>
              <a:buNone/>
            </a:pPr>
            <a:r>
              <a:rPr sz="1500" b="0">
                <a:solidFill>
                  <a:srgbClr val="222222"/>
                </a:solidFill>
                <a:latin typeface="Roboto Medium"/>
                <a:ea typeface="Roboto Medium"/>
                <a:cs typeface="Roboto Medium"/>
              </a:rPr>
              <a:t>Chưa có adaptive attacker; chưa có cách khôi phục sự thật</a:t>
            </a:r>
          </a:p>
        </p:txBody>
      </p:sp>
      <p:sp>
        <p:nvSpPr>
          <p:cNvPr id="25" name="Rounded Rectangle 24"/>
          <p:cNvSpPr/>
          <p:nvPr/>
        </p:nvSpPr>
        <p:spPr>
          <a:xfrm>
            <a:off x="411480" y="4937760"/>
            <a:ext cx="566928" cy="713232"/>
          </a:xfrm>
          <a:prstGeom prst="roundRect">
            <a:avLst>
              <a:gd name="adj" fmla="val 12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11480" y="4937760"/>
            <a:ext cx="566928" cy="713232"/>
          </a:xfrm>
          <a:prstGeom prst="rect">
            <a:avLst/>
          </a:prstGeom>
          <a:noFill/>
        </p:spPr>
        <p:txBody>
          <a:bodyPr wrap="square" anchor="ctr" lIns="45720" rIns="45720" tIns="18288" bIns="18288"/>
          <a:lstStyle/>
          <a:p>
            <a:pPr algn="ctr">
              <a:spcBef>
                <a:spcPts val="0"/>
              </a:spcBef>
              <a:buNone/>
            </a:pPr>
            <a:r>
              <a:rPr sz="1500" b="1">
                <a:solidFill>
                  <a:srgbClr val="FFFFFF"/>
                </a:solidFill>
                <a:latin typeface="Roboto Black"/>
                <a:ea typeface="Roboto Black"/>
                <a:cs typeface="Roboto Black"/>
              </a:rPr>
              <a:t>G5</a:t>
            </a:r>
          </a:p>
        </p:txBody>
      </p:sp>
      <p:sp>
        <p:nvSpPr>
          <p:cNvPr id="27" name="Rectangle 26"/>
          <p:cNvSpPr/>
          <p:nvPr/>
        </p:nvSpPr>
        <p:spPr>
          <a:xfrm>
            <a:off x="1069848" y="4937760"/>
            <a:ext cx="4553712" cy="713232"/>
          </a:xfrm>
          <a:prstGeom prst="rect">
            <a:avLst/>
          </a:prstGeom>
          <a:solidFill>
            <a:srgbClr val="FCF4F4"/>
          </a:solidFill>
          <a:ln w="9525">
            <a:solidFill>
              <a:srgbClr val="EBCBC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161288" y="4937760"/>
            <a:ext cx="4389120" cy="713232"/>
          </a:xfrm>
          <a:prstGeom prst="rect">
            <a:avLst/>
          </a:prstGeom>
          <a:noFill/>
        </p:spPr>
        <p:txBody>
          <a:bodyPr wrap="square" anchor="ctr" lIns="45720" rIns="45720" tIns="18288" bIns="18288"/>
          <a:lstStyle/>
          <a:p>
            <a:pPr>
              <a:spcBef>
                <a:spcPts val="0"/>
              </a:spcBef>
              <a:buNone/>
            </a:pPr>
            <a:r>
              <a:rPr sz="1500" b="0">
                <a:solidFill>
                  <a:srgbClr val="222222"/>
                </a:solidFill>
                <a:latin typeface="Roboto Medium"/>
                <a:ea typeface="Roboto Medium"/>
                <a:cs typeface="Roboto Medium"/>
              </a:rPr>
              <a:t>Phương pháp tối ưu chưa được thử trong điều kiện đối kháng</a:t>
            </a:r>
          </a:p>
        </p:txBody>
      </p:sp>
      <p:sp>
        <p:nvSpPr>
          <p:cNvPr id="29" name="TextBox 28"/>
          <p:cNvSpPr txBox="1"/>
          <p:nvPr/>
        </p:nvSpPr>
        <p:spPr>
          <a:xfrm>
            <a:off x="6035040" y="914400"/>
            <a:ext cx="5760720" cy="457200"/>
          </a:xfrm>
          <a:prstGeom prst="rect">
            <a:avLst/>
          </a:prstGeom>
          <a:noFill/>
        </p:spPr>
        <p:txBody>
          <a:bodyPr wrap="square" anchor="t" lIns="45720" rIns="45720" tIns="18288" bIns="18288"/>
          <a:lstStyle/>
          <a:p>
            <a:pPr>
              <a:spcBef>
                <a:spcPts val="0"/>
              </a:spcBef>
              <a:buNone/>
            </a:pPr>
            <a:r>
              <a:rPr sz="2000" b="1">
                <a:solidFill>
                  <a:srgbClr val="003366"/>
                </a:solidFill>
                <a:latin typeface="Roboto Black"/>
                <a:ea typeface="Roboto Black"/>
                <a:cs typeface="Roboto Black"/>
              </a:rPr>
              <a:t>Hướng phát triển</a:t>
            </a:r>
          </a:p>
        </p:txBody>
      </p:sp>
      <p:sp>
        <p:nvSpPr>
          <p:cNvPr id="30" name="Rectangle 29"/>
          <p:cNvSpPr/>
          <p:nvPr/>
        </p:nvSpPr>
        <p:spPr>
          <a:xfrm>
            <a:off x="6035040" y="1463040"/>
            <a:ext cx="5742432" cy="932688"/>
          </a:xfrm>
          <a:prstGeom prst="rect">
            <a:avLst/>
          </a:prstGeom>
          <a:solidFill>
            <a:srgbClr val="F3F6FB"/>
          </a:solidFill>
          <a:ln w="9525">
            <a:solidFill>
              <a:srgbClr val="CFD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163056" y="1499616"/>
            <a:ext cx="5486400" cy="877824"/>
          </a:xfrm>
          <a:prstGeom prst="rect">
            <a:avLst/>
          </a:prstGeom>
          <a:noFill/>
        </p:spPr>
        <p:txBody>
          <a:bodyPr wrap="square" anchor="ctr" lIns="45720" rIns="45720" tIns="18288" bIns="18288"/>
          <a:lstStyle/>
          <a:p>
            <a:pPr>
              <a:spcBef>
                <a:spcPts val="0"/>
              </a:spcBef>
              <a:buNone/>
            </a:pPr>
            <a:r>
              <a:rPr sz="1700" b="1">
                <a:solidFill>
                  <a:srgbClr val="003366"/>
                </a:solidFill>
                <a:latin typeface="Roboto Black"/>
                <a:ea typeface="Roboto Black"/>
                <a:cs typeface="Roboto Black"/>
              </a:rPr>
              <a:t>Benchmark 3 trục</a:t>
            </a:r>
          </a:p>
          <a:p>
            <a:pPr>
              <a:spcBef>
                <a:spcPts val="200"/>
              </a:spcBef>
              <a:buNone/>
            </a:pPr>
            <a:r>
              <a:rPr sz="1500" b="0">
                <a:solidFill>
                  <a:srgbClr val="222222"/>
                </a:solidFill>
                <a:latin typeface="Roboto Medium"/>
                <a:ea typeface="Roboto Medium"/>
                <a:cs typeface="Roboto Medium"/>
              </a:rPr>
              <a:t>chất lượng · chi phí · robustness (giao thức C0/C1 của TIDE)</a:t>
            </a:r>
          </a:p>
        </p:txBody>
      </p:sp>
      <p:sp>
        <p:nvSpPr>
          <p:cNvPr id="32" name="Rectangle 31"/>
          <p:cNvSpPr/>
          <p:nvPr/>
        </p:nvSpPr>
        <p:spPr>
          <a:xfrm>
            <a:off x="6035040" y="2551176"/>
            <a:ext cx="5742432" cy="932688"/>
          </a:xfrm>
          <a:prstGeom prst="rect">
            <a:avLst/>
          </a:prstGeom>
          <a:solidFill>
            <a:srgbClr val="F3F6FB"/>
          </a:solidFill>
          <a:ln w="9525">
            <a:solidFill>
              <a:srgbClr val="CFD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163056" y="2587752"/>
            <a:ext cx="5486400" cy="877824"/>
          </a:xfrm>
          <a:prstGeom prst="rect">
            <a:avLst/>
          </a:prstGeom>
          <a:noFill/>
        </p:spPr>
        <p:txBody>
          <a:bodyPr wrap="square" anchor="ctr" lIns="45720" rIns="45720" tIns="18288" bIns="18288"/>
          <a:lstStyle/>
          <a:p>
            <a:pPr>
              <a:spcBef>
                <a:spcPts val="0"/>
              </a:spcBef>
              <a:buNone/>
            </a:pPr>
            <a:r>
              <a:rPr sz="1700" b="1">
                <a:solidFill>
                  <a:srgbClr val="003366"/>
                </a:solidFill>
                <a:latin typeface="Roboto Black"/>
                <a:ea typeface="Roboto Black"/>
                <a:cs typeface="Roboto Black"/>
              </a:rPr>
              <a:t>Provenance-aware communication</a:t>
            </a:r>
          </a:p>
          <a:p>
            <a:pPr>
              <a:spcBef>
                <a:spcPts val="200"/>
              </a:spcBef>
              <a:buNone/>
            </a:pPr>
            <a:r>
              <a:rPr sz="1500" b="0">
                <a:solidFill>
                  <a:srgbClr val="222222"/>
                </a:solidFill>
                <a:latin typeface="Roboto Medium"/>
                <a:ea typeface="Roboto Medium"/>
                <a:cs typeface="Roboto Medium"/>
              </a:rPr>
              <a:t>score(RADAR) × (1 − ĥ_j) × μ^hop</a:t>
            </a:r>
          </a:p>
        </p:txBody>
      </p:sp>
      <p:sp>
        <p:nvSpPr>
          <p:cNvPr id="34" name="Rectangle 33"/>
          <p:cNvSpPr/>
          <p:nvPr/>
        </p:nvSpPr>
        <p:spPr>
          <a:xfrm>
            <a:off x="6035040" y="3639312"/>
            <a:ext cx="5742432" cy="932688"/>
          </a:xfrm>
          <a:prstGeom prst="rect">
            <a:avLst/>
          </a:prstGeom>
          <a:solidFill>
            <a:srgbClr val="F3F6FB"/>
          </a:solidFill>
          <a:ln w="9525">
            <a:solidFill>
              <a:srgbClr val="CFD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163056" y="3675887"/>
            <a:ext cx="5486400" cy="877824"/>
          </a:xfrm>
          <a:prstGeom prst="rect">
            <a:avLst/>
          </a:prstGeom>
          <a:noFill/>
        </p:spPr>
        <p:txBody>
          <a:bodyPr wrap="square" anchor="ctr" lIns="45720" rIns="45720" tIns="18288" bIns="18288"/>
          <a:lstStyle/>
          <a:p>
            <a:pPr>
              <a:spcBef>
                <a:spcPts val="0"/>
              </a:spcBef>
              <a:buNone/>
            </a:pPr>
            <a:r>
              <a:rPr sz="1700" b="1">
                <a:solidFill>
                  <a:srgbClr val="003366"/>
                </a:solidFill>
                <a:latin typeface="Roboto Black"/>
                <a:ea typeface="Roboto Black"/>
                <a:cs typeface="Roboto Black"/>
              </a:rPr>
              <a:t>Risk-aware routing</a:t>
            </a:r>
          </a:p>
          <a:p>
            <a:pPr>
              <a:spcBef>
                <a:spcPts val="200"/>
              </a:spcBef>
              <a:buNone/>
            </a:pPr>
            <a:r>
              <a:rPr sz="1500" b="0">
                <a:solidFill>
                  <a:srgbClr val="222222"/>
                </a:solidFill>
                <a:latin typeface="Roboto Medium"/>
                <a:ea typeface="Roboto Medium"/>
                <a:cs typeface="Roboto Medium"/>
              </a:rPr>
              <a:t>ProgRouter + HalluProp: bước rủi ro → model mạnh</a:t>
            </a:r>
          </a:p>
        </p:txBody>
      </p:sp>
      <p:sp>
        <p:nvSpPr>
          <p:cNvPr id="36" name="Rectangle 35"/>
          <p:cNvSpPr/>
          <p:nvPr/>
        </p:nvSpPr>
        <p:spPr>
          <a:xfrm>
            <a:off x="6035040" y="4727448"/>
            <a:ext cx="5742432" cy="932688"/>
          </a:xfrm>
          <a:prstGeom prst="rect">
            <a:avLst/>
          </a:prstGeom>
          <a:solidFill>
            <a:srgbClr val="F3F6FB"/>
          </a:solidFill>
          <a:ln w="9525">
            <a:solidFill>
              <a:srgbClr val="CFD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163056" y="4764024"/>
            <a:ext cx="5486400" cy="877824"/>
          </a:xfrm>
          <a:prstGeom prst="rect">
            <a:avLst/>
          </a:prstGeom>
          <a:noFill/>
        </p:spPr>
        <p:txBody>
          <a:bodyPr wrap="square" anchor="ctr" lIns="45720" rIns="45720" tIns="18288" bIns="18288"/>
          <a:lstStyle/>
          <a:p>
            <a:pPr>
              <a:spcBef>
                <a:spcPts val="0"/>
              </a:spcBef>
              <a:buNone/>
            </a:pPr>
            <a:r>
              <a:rPr sz="1700" b="1">
                <a:solidFill>
                  <a:srgbClr val="003366"/>
                </a:solidFill>
                <a:latin typeface="Roboto Black"/>
                <a:ea typeface="Roboto Black"/>
                <a:cs typeface="Roboto Black"/>
              </a:rPr>
              <a:t>Verifier agent chủ động</a:t>
            </a:r>
          </a:p>
          <a:p>
            <a:pPr>
              <a:spcBef>
                <a:spcPts val="200"/>
              </a:spcBef>
              <a:buNone/>
            </a:pPr>
            <a:r>
              <a:rPr sz="1500" b="0">
                <a:solidFill>
                  <a:srgbClr val="222222"/>
                </a:solidFill>
                <a:latin typeface="Roboto Medium"/>
                <a:ea typeface="Roboto Medium"/>
                <a:cs typeface="Roboto Medium"/>
              </a:rPr>
              <a:t>đòi bằng chứng trực tiếp trước khi đồng thuận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20040" y="64008"/>
            <a:ext cx="9509760" cy="548640"/>
          </a:xfrm>
          <a:prstGeom prst="rect">
            <a:avLst/>
          </a:prstGeom>
          <a:noFill/>
        </p:spPr>
        <p:txBody>
          <a:bodyPr wrap="square" anchor="ctr" lIns="45720" rIns="45720" tIns="18288" bIns="18288"/>
          <a:lstStyle/>
          <a:p>
            <a:pPr>
              <a:spcBef>
                <a:spcPts val="0"/>
              </a:spcBef>
              <a:buNone/>
            </a:pPr>
            <a:r>
              <a:rPr sz="2200" b="1">
                <a:solidFill>
                  <a:srgbClr val="FFFFFF"/>
                </a:solidFill>
                <a:latin typeface="Roboto Black"/>
                <a:ea typeface="Roboto Black"/>
                <a:cs typeface="Roboto Black"/>
              </a:rPr>
              <a:t>Kết luận</a:t>
            </a:r>
          </a:p>
        </p:txBody>
      </p:sp>
      <p:sp>
        <p:nvSpPr>
          <p:cNvPr id="3" name="Section"/>
          <p:cNvSpPr txBox="1"/>
          <p:nvPr/>
        </p:nvSpPr>
        <p:spPr>
          <a:xfrm>
            <a:off x="9784080" y="64008"/>
            <a:ext cx="2103120" cy="548640"/>
          </a:xfrm>
          <a:prstGeom prst="rect">
            <a:avLst/>
          </a:prstGeom>
          <a:noFill/>
        </p:spPr>
        <p:txBody>
          <a:bodyPr wrap="square" anchor="ctr" lIns="45720" rIns="45720" tIns="18288" bIns="18288"/>
          <a:lstStyle/>
          <a:p>
            <a:pPr algn="r">
              <a:spcBef>
                <a:spcPts val="0"/>
              </a:spcBef>
              <a:buNone/>
            </a:pPr>
            <a:r>
              <a:rPr sz="1100" b="0">
                <a:solidFill>
                  <a:srgbClr val="B8C6D4"/>
                </a:solidFill>
                <a:latin typeface="Roboto Medium"/>
                <a:ea typeface="Roboto Medium"/>
                <a:cs typeface="Roboto Medium"/>
              </a:rPr>
              <a:t>6. Kết luận</a:t>
            </a:r>
          </a:p>
        </p:txBody>
      </p:sp>
      <p:sp>
        <p:nvSpPr>
          <p:cNvPr id="4" name="Slide number"/>
          <p:cNvSpPr txBox="1"/>
          <p:nvPr/>
        </p:nvSpPr>
        <p:spPr>
          <a:xfrm>
            <a:off x="11155680" y="6199632"/>
            <a:ext cx="731520" cy="256032"/>
          </a:xfrm>
          <a:prstGeom prst="rect">
            <a:avLst/>
          </a:prstGeom>
          <a:noFill/>
        </p:spPr>
        <p:txBody>
          <a:bodyPr wrap="square" anchor="t" lIns="45720" rIns="45720" tIns="18288" bIns="18288"/>
          <a:lstStyle/>
          <a:p>
            <a:pPr algn="r">
              <a:spcBef>
                <a:spcPts val="0"/>
              </a:spcBef>
              <a:buNone/>
            </a:pPr>
            <a:r>
              <a:rPr sz="1000" b="0">
                <a:solidFill>
                  <a:srgbClr val="666666"/>
                </a:solidFill>
                <a:latin typeface="Roboto Medium"/>
                <a:ea typeface="Roboto Medium"/>
                <a:cs typeface="Roboto Medium"/>
              </a:rPr>
              <a:t>30</a:t>
            </a:r>
          </a:p>
        </p:txBody>
      </p:sp>
      <p:sp>
        <p:nvSpPr>
          <p:cNvPr id="5" name="HUST footer name mask"/>
          <p:cNvSpPr/>
          <p:nvPr/>
        </p:nvSpPr>
        <p:spPr>
          <a:xfrm>
            <a:off x="649224" y="6126480"/>
            <a:ext cx="3273552" cy="5212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HUST footer Vietnamese name"/>
          <p:cNvSpPr txBox="1"/>
          <p:nvPr/>
        </p:nvSpPr>
        <p:spPr>
          <a:xfrm>
            <a:off x="667512" y="6135624"/>
            <a:ext cx="3236976" cy="256032"/>
          </a:xfrm>
          <a:prstGeom prst="rect">
            <a:avLst/>
          </a:prstGeom>
          <a:noFill/>
        </p:spPr>
        <p:txBody>
          <a:bodyPr wrap="square" anchor="t" lIns="0" rIns="0" tIns="0" bIns="0"/>
          <a:lstStyle/>
          <a:p>
            <a:pPr>
              <a:spcBef>
                <a:spcPts val="0"/>
              </a:spcBef>
              <a:buNone/>
            </a:pPr>
            <a:r>
              <a:rPr sz="1688" b="1">
                <a:solidFill>
                  <a:srgbClr val="3F3F3F"/>
                </a:solidFill>
                <a:latin typeface="Roboto Black"/>
                <a:ea typeface="Roboto Black"/>
                <a:cs typeface="Roboto Black"/>
              </a:rPr>
              <a:t>ĐẠI HỌC BÁCH KHOA HÀ NỘI</a:t>
            </a:r>
          </a:p>
        </p:txBody>
      </p:sp>
      <p:sp>
        <p:nvSpPr>
          <p:cNvPr id="7" name="HUST footer English name"/>
          <p:cNvSpPr txBox="1"/>
          <p:nvPr/>
        </p:nvSpPr>
        <p:spPr>
          <a:xfrm>
            <a:off x="667512" y="6391656"/>
            <a:ext cx="3236976" cy="219456"/>
          </a:xfrm>
          <a:prstGeom prst="rect">
            <a:avLst/>
          </a:prstGeom>
          <a:noFill/>
        </p:spPr>
        <p:txBody>
          <a:bodyPr wrap="square" anchor="t" lIns="0" rIns="0" tIns="0" bIns="0"/>
          <a:lstStyle/>
          <a:p>
            <a:pPr>
              <a:spcBef>
                <a:spcPts val="0"/>
              </a:spcBef>
              <a:buNone/>
            </a:pPr>
            <a:r>
              <a:rPr sz="1000" b="0">
                <a:solidFill>
                  <a:srgbClr val="3F3F3F"/>
                </a:solidFill>
                <a:latin typeface="Roboto Medium"/>
                <a:ea typeface="Roboto Medium"/>
                <a:cs typeface="Roboto Medium"/>
              </a:rPr>
              <a:t>HANOI UNIVERSITY OF SCIENCE AND TECHNOLOGY</a:t>
            </a:r>
          </a:p>
        </p:txBody>
      </p:sp>
      <p:sp>
        <p:nvSpPr>
          <p:cNvPr id="8" name="Rounded Rectangle 7"/>
          <p:cNvSpPr/>
          <p:nvPr/>
        </p:nvSpPr>
        <p:spPr>
          <a:xfrm>
            <a:off x="411480" y="1005840"/>
            <a:ext cx="685800" cy="1188720"/>
          </a:xfrm>
          <a:prstGeom prst="roundRect">
            <a:avLst>
              <a:gd name="adj" fmla="val 12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11480" y="1005840"/>
            <a:ext cx="685800" cy="1188720"/>
          </a:xfrm>
          <a:prstGeom prst="rect">
            <a:avLst/>
          </a:prstGeom>
          <a:noFill/>
        </p:spPr>
        <p:txBody>
          <a:bodyPr wrap="square" anchor="ctr" lIns="45720" rIns="45720" tIns="18288" bIns="18288"/>
          <a:lstStyle/>
          <a:p>
            <a:pPr algn="ctr">
              <a:spcBef>
                <a:spcPts val="0"/>
              </a:spcBef>
              <a:buNone/>
            </a:pPr>
            <a:r>
              <a:rPr sz="2400" b="1">
                <a:solidFill>
                  <a:srgbClr val="FFFFFF"/>
                </a:solidFill>
                <a:latin typeface="Roboto Black"/>
                <a:ea typeface="Roboto Black"/>
                <a:cs typeface="Roboto Black"/>
              </a:rPr>
              <a:t>1</a:t>
            </a:r>
          </a:p>
        </p:txBody>
      </p:sp>
      <p:sp>
        <p:nvSpPr>
          <p:cNvPr id="10" name="Rectangle 9"/>
          <p:cNvSpPr/>
          <p:nvPr/>
        </p:nvSpPr>
        <p:spPr>
          <a:xfrm>
            <a:off x="1234440" y="1005840"/>
            <a:ext cx="4782312" cy="1188720"/>
          </a:xfrm>
          <a:prstGeom prst="rect">
            <a:avLst/>
          </a:prstGeom>
          <a:solidFill>
            <a:srgbClr val="F3F6FB"/>
          </a:solidFill>
          <a:ln w="9525">
            <a:solidFill>
              <a:srgbClr val="CFD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44168" y="1005840"/>
            <a:ext cx="4572000" cy="1188720"/>
          </a:xfrm>
          <a:prstGeom prst="rect">
            <a:avLst/>
          </a:prstGeom>
          <a:noFill/>
        </p:spPr>
        <p:txBody>
          <a:bodyPr wrap="square" anchor="ctr" lIns="45720" rIns="45720" tIns="18288" bIns="18288"/>
          <a:lstStyle/>
          <a:p>
            <a:pPr>
              <a:spcBef>
                <a:spcPts val="0"/>
              </a:spcBef>
              <a:buNone/>
            </a:pPr>
            <a:r>
              <a:rPr sz="1800" b="1">
                <a:solidFill>
                  <a:srgbClr val="003366"/>
                </a:solidFill>
                <a:latin typeface="Roboto Black"/>
                <a:ea typeface="Roboto Black"/>
                <a:cs typeface="Roboto Black"/>
              </a:rPr>
              <a:t>Communication graph là trung tâm</a:t>
            </a:r>
          </a:p>
          <a:p>
            <a:pPr>
              <a:spcBef>
                <a:spcPts val="300"/>
              </a:spcBef>
              <a:buNone/>
            </a:pPr>
            <a:r>
              <a:rPr sz="1550" b="0">
                <a:solidFill>
                  <a:srgbClr val="222222"/>
                </a:solidFill>
                <a:latin typeface="Roboto Medium"/>
                <a:ea typeface="Roboto Medium"/>
                <a:cs typeface="Roboto Medium"/>
              </a:rPr>
              <a:t>quyết định hiệu năng, lan truyền rủi ro, cần được bảo vệ</a:t>
            </a:r>
          </a:p>
        </p:txBody>
      </p:sp>
      <p:sp>
        <p:nvSpPr>
          <p:cNvPr id="12" name="Rounded Rectangle 11"/>
          <p:cNvSpPr/>
          <p:nvPr/>
        </p:nvSpPr>
        <p:spPr>
          <a:xfrm>
            <a:off x="6172200" y="1005840"/>
            <a:ext cx="685800" cy="1188720"/>
          </a:xfrm>
          <a:prstGeom prst="roundRect">
            <a:avLst>
              <a:gd name="adj" fmla="val 12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172200" y="1005840"/>
            <a:ext cx="685800" cy="1188720"/>
          </a:xfrm>
          <a:prstGeom prst="rect">
            <a:avLst/>
          </a:prstGeom>
          <a:noFill/>
        </p:spPr>
        <p:txBody>
          <a:bodyPr wrap="square" anchor="ctr" lIns="45720" rIns="45720" tIns="18288" bIns="18288"/>
          <a:lstStyle/>
          <a:p>
            <a:pPr algn="ctr">
              <a:spcBef>
                <a:spcPts val="0"/>
              </a:spcBef>
              <a:buNone/>
            </a:pPr>
            <a:r>
              <a:rPr sz="2400" b="1">
                <a:solidFill>
                  <a:srgbClr val="FFFFFF"/>
                </a:solidFill>
                <a:latin typeface="Roboto Black"/>
                <a:ea typeface="Roboto Black"/>
                <a:cs typeface="Roboto Black"/>
              </a:rPr>
              <a:t>2</a:t>
            </a:r>
          </a:p>
        </p:txBody>
      </p:sp>
      <p:sp>
        <p:nvSpPr>
          <p:cNvPr id="14" name="Rectangle 13"/>
          <p:cNvSpPr/>
          <p:nvPr/>
        </p:nvSpPr>
        <p:spPr>
          <a:xfrm>
            <a:off x="6995160" y="1005840"/>
            <a:ext cx="4782312" cy="1188720"/>
          </a:xfrm>
          <a:prstGeom prst="rect">
            <a:avLst/>
          </a:prstGeom>
          <a:solidFill>
            <a:srgbClr val="F3F6FB"/>
          </a:solidFill>
          <a:ln w="9525">
            <a:solidFill>
              <a:srgbClr val="CFD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104888" y="1005840"/>
            <a:ext cx="4572000" cy="1188720"/>
          </a:xfrm>
          <a:prstGeom prst="rect">
            <a:avLst/>
          </a:prstGeom>
          <a:noFill/>
        </p:spPr>
        <p:txBody>
          <a:bodyPr wrap="square" anchor="ctr" lIns="45720" rIns="45720" tIns="18288" bIns="18288"/>
          <a:lstStyle/>
          <a:p>
            <a:pPr>
              <a:spcBef>
                <a:spcPts val="0"/>
              </a:spcBef>
              <a:buNone/>
            </a:pPr>
            <a:r>
              <a:rPr sz="1800" b="1">
                <a:solidFill>
                  <a:srgbClr val="003366"/>
                </a:solidFill>
                <a:latin typeface="Roboto Black"/>
                <a:ea typeface="Roboto Black"/>
                <a:cs typeface="Roboto Black"/>
              </a:rPr>
              <a:t>Lan truyền là rủi ro cốt lõi</a:t>
            </a:r>
          </a:p>
          <a:p>
            <a:pPr>
              <a:spcBef>
                <a:spcPts val="300"/>
              </a:spcBef>
              <a:buNone/>
            </a:pPr>
            <a:r>
              <a:rPr sz="1550" b="0">
                <a:solidFill>
                  <a:srgbClr val="222222"/>
                </a:solidFill>
                <a:latin typeface="Roboto Medium"/>
                <a:ea typeface="Roboto Medium"/>
                <a:cs typeface="Roboto Medium"/>
              </a:rPr>
              <a:t>thảo luận khuếch đại sai lệch thay vì sửa sai</a:t>
            </a:r>
          </a:p>
        </p:txBody>
      </p:sp>
      <p:sp>
        <p:nvSpPr>
          <p:cNvPr id="16" name="Rounded Rectangle 15"/>
          <p:cNvSpPr/>
          <p:nvPr/>
        </p:nvSpPr>
        <p:spPr>
          <a:xfrm>
            <a:off x="411480" y="2468880"/>
            <a:ext cx="685800" cy="1188720"/>
          </a:xfrm>
          <a:prstGeom prst="roundRect">
            <a:avLst>
              <a:gd name="adj" fmla="val 12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11480" y="2468880"/>
            <a:ext cx="685800" cy="1188720"/>
          </a:xfrm>
          <a:prstGeom prst="rect">
            <a:avLst/>
          </a:prstGeom>
          <a:noFill/>
        </p:spPr>
        <p:txBody>
          <a:bodyPr wrap="square" anchor="ctr" lIns="45720" rIns="45720" tIns="18288" bIns="18288"/>
          <a:lstStyle/>
          <a:p>
            <a:pPr algn="ctr">
              <a:spcBef>
                <a:spcPts val="0"/>
              </a:spcBef>
              <a:buNone/>
            </a:pPr>
            <a:r>
              <a:rPr sz="2400" b="1">
                <a:solidFill>
                  <a:srgbClr val="FFFFFF"/>
                </a:solidFill>
                <a:latin typeface="Roboto Black"/>
                <a:ea typeface="Roboto Black"/>
                <a:cs typeface="Roboto Black"/>
              </a:rPr>
              <a:t>3</a:t>
            </a:r>
          </a:p>
        </p:txBody>
      </p:sp>
      <p:sp>
        <p:nvSpPr>
          <p:cNvPr id="18" name="Rectangle 17"/>
          <p:cNvSpPr/>
          <p:nvPr/>
        </p:nvSpPr>
        <p:spPr>
          <a:xfrm>
            <a:off x="1234440" y="2468880"/>
            <a:ext cx="4782312" cy="1188720"/>
          </a:xfrm>
          <a:prstGeom prst="rect">
            <a:avLst/>
          </a:prstGeom>
          <a:solidFill>
            <a:srgbClr val="F3F6FB"/>
          </a:solidFill>
          <a:ln w="9525">
            <a:solidFill>
              <a:srgbClr val="CFD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344168" y="2468880"/>
            <a:ext cx="4572000" cy="1188720"/>
          </a:xfrm>
          <a:prstGeom prst="rect">
            <a:avLst/>
          </a:prstGeom>
          <a:noFill/>
        </p:spPr>
        <p:txBody>
          <a:bodyPr wrap="square" anchor="ctr" lIns="45720" rIns="45720" tIns="18288" bIns="18288"/>
          <a:lstStyle/>
          <a:p>
            <a:pPr>
              <a:spcBef>
                <a:spcPts val="0"/>
              </a:spcBef>
              <a:buNone/>
            </a:pPr>
            <a:r>
              <a:rPr sz="1800" b="1">
                <a:solidFill>
                  <a:srgbClr val="003366"/>
                </a:solidFill>
                <a:latin typeface="Roboto Black"/>
                <a:ea typeface="Roboto Black"/>
                <a:cs typeface="Roboto Black"/>
              </a:rPr>
              <a:t>Hiệu quả = kích hoạt đúng</a:t>
            </a:r>
          </a:p>
          <a:p>
            <a:pPr>
              <a:spcBef>
                <a:spcPts val="300"/>
              </a:spcBef>
              <a:buNone/>
            </a:pPr>
            <a:r>
              <a:rPr sz="1550" b="0">
                <a:solidFill>
                  <a:srgbClr val="222222"/>
                </a:solidFill>
                <a:latin typeface="Roboto Medium"/>
                <a:ea typeface="Roboto Medium"/>
                <a:cs typeface="Roboto Medium"/>
              </a:rPr>
              <a:t>đúng agent, đúng model, chú ý đúng nội dung</a:t>
            </a:r>
          </a:p>
        </p:txBody>
      </p:sp>
      <p:sp>
        <p:nvSpPr>
          <p:cNvPr id="20" name="Rounded Rectangle 19"/>
          <p:cNvSpPr/>
          <p:nvPr/>
        </p:nvSpPr>
        <p:spPr>
          <a:xfrm>
            <a:off x="6172200" y="2468880"/>
            <a:ext cx="685800" cy="1188720"/>
          </a:xfrm>
          <a:prstGeom prst="roundRect">
            <a:avLst>
              <a:gd name="adj" fmla="val 12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172200" y="2468880"/>
            <a:ext cx="685800" cy="1188720"/>
          </a:xfrm>
          <a:prstGeom prst="rect">
            <a:avLst/>
          </a:prstGeom>
          <a:noFill/>
        </p:spPr>
        <p:txBody>
          <a:bodyPr wrap="square" anchor="ctr" lIns="45720" rIns="45720" tIns="18288" bIns="18288"/>
          <a:lstStyle/>
          <a:p>
            <a:pPr algn="ctr">
              <a:spcBef>
                <a:spcPts val="0"/>
              </a:spcBef>
              <a:buNone/>
            </a:pPr>
            <a:r>
              <a:rPr sz="2400" b="1">
                <a:solidFill>
                  <a:srgbClr val="FFFFFF"/>
                </a:solidFill>
                <a:latin typeface="Roboto Black"/>
                <a:ea typeface="Roboto Black"/>
                <a:cs typeface="Roboto Black"/>
              </a:rPr>
              <a:t>4</a:t>
            </a:r>
          </a:p>
        </p:txBody>
      </p:sp>
      <p:sp>
        <p:nvSpPr>
          <p:cNvPr id="22" name="Rectangle 21"/>
          <p:cNvSpPr/>
          <p:nvPr/>
        </p:nvSpPr>
        <p:spPr>
          <a:xfrm>
            <a:off x="6995160" y="2468880"/>
            <a:ext cx="4782312" cy="1188720"/>
          </a:xfrm>
          <a:prstGeom prst="rect">
            <a:avLst/>
          </a:prstGeom>
          <a:solidFill>
            <a:srgbClr val="F3F6FB"/>
          </a:solidFill>
          <a:ln w="9525">
            <a:solidFill>
              <a:srgbClr val="CFD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104888" y="2468880"/>
            <a:ext cx="4572000" cy="1188720"/>
          </a:xfrm>
          <a:prstGeom prst="rect">
            <a:avLst/>
          </a:prstGeom>
          <a:noFill/>
        </p:spPr>
        <p:txBody>
          <a:bodyPr wrap="square" anchor="ctr" lIns="45720" rIns="45720" tIns="18288" bIns="18288"/>
          <a:lstStyle/>
          <a:p>
            <a:pPr>
              <a:spcBef>
                <a:spcPts val="0"/>
              </a:spcBef>
              <a:buNone/>
            </a:pPr>
            <a:r>
              <a:rPr sz="1800" b="1">
                <a:solidFill>
                  <a:srgbClr val="003366"/>
                </a:solidFill>
                <a:latin typeface="Roboto Black"/>
                <a:ea typeface="Roboto Black"/>
                <a:cs typeface="Roboto Black"/>
              </a:rPr>
              <a:t>Thực nghiệm còn yếu</a:t>
            </a:r>
          </a:p>
          <a:p>
            <a:pPr>
              <a:spcBef>
                <a:spcPts val="300"/>
              </a:spcBef>
              <a:buNone/>
            </a:pPr>
            <a:r>
              <a:rPr sz="1550" b="0">
                <a:solidFill>
                  <a:srgbClr val="222222"/>
                </a:solidFill>
                <a:latin typeface="Roboto Medium"/>
                <a:ea typeface="Roboto Medium"/>
                <a:cs typeface="Roboto Medium"/>
              </a:rPr>
              <a:t>quy mô nhỏ, thiếu kiểm định, thiếu đo chi phí</a:t>
            </a:r>
          </a:p>
        </p:txBody>
      </p:sp>
      <p:sp>
        <p:nvSpPr>
          <p:cNvPr id="24" name="Rectangle 23"/>
          <p:cNvSpPr/>
          <p:nvPr/>
        </p:nvSpPr>
        <p:spPr>
          <a:xfrm>
            <a:off x="411480" y="4114800"/>
            <a:ext cx="11365992" cy="1783080"/>
          </a:xfrm>
          <a:prstGeom prst="rect">
            <a:avLst/>
          </a:prstGeom>
          <a:solidFill>
            <a:srgbClr val="FCF4F4"/>
          </a:solidFill>
          <a:ln w="9525">
            <a:solidFill>
              <a:srgbClr val="EBCBC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11480" y="4114800"/>
            <a:ext cx="11365992" cy="54864"/>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57784" y="4224528"/>
            <a:ext cx="11064240" cy="1600200"/>
          </a:xfrm>
          <a:prstGeom prst="rect">
            <a:avLst/>
          </a:prstGeom>
          <a:noFill/>
        </p:spPr>
        <p:txBody>
          <a:bodyPr wrap="square" anchor="t" lIns="45720" rIns="45720" tIns="18288" bIns="18288"/>
          <a:lstStyle/>
          <a:p>
            <a:pPr>
              <a:spcBef>
                <a:spcPts val="0"/>
              </a:spcBef>
              <a:buNone/>
            </a:pPr>
            <a:r>
              <a:rPr sz="1800" b="1">
                <a:solidFill>
                  <a:srgbClr val="C00000"/>
                </a:solidFill>
                <a:latin typeface="Roboto Black"/>
                <a:ea typeface="Roboto Black"/>
                <a:cs typeface="Roboto Black"/>
              </a:rPr>
              <a:t>Câu hỏi của lĩnh vực đang chuyển</a:t>
            </a:r>
          </a:p>
          <a:p>
            <a:pPr>
              <a:spcBef>
                <a:spcPts val="600"/>
              </a:spcBef>
              <a:buNone/>
            </a:pPr>
            <a:r>
              <a:rPr sz="2000" b="0">
                <a:solidFill>
                  <a:srgbClr val="666666"/>
                </a:solidFill>
                <a:latin typeface="Roboto Medium"/>
                <a:ea typeface="Roboto Medium"/>
                <a:cs typeface="Roboto Medium"/>
              </a:rPr>
              <a:t>Từ  “nhiều agent có tốt hơn một agent?”</a:t>
            </a:r>
          </a:p>
          <a:p>
            <a:pPr>
              <a:spcBef>
                <a:spcPts val="400"/>
              </a:spcBef>
              <a:buNone/>
            </a:pPr>
            <a:r>
              <a:rPr sz="2000" b="0">
                <a:solidFill>
                  <a:srgbClr val="222222"/>
                </a:solidFill>
                <a:latin typeface="Roboto Medium"/>
                <a:ea typeface="Roboto Medium"/>
                <a:cs typeface="Roboto Medium"/>
              </a:rPr>
              <a:t>sang  “làm sao để MAS </a:t>
            </a:r>
            <a:r>
              <a:rPr sz="2000" b="1">
                <a:solidFill>
                  <a:srgbClr val="003366"/>
                </a:solidFill>
                <a:latin typeface="Roboto Black"/>
                <a:ea typeface="Roboto Black"/>
                <a:cs typeface="Roboto Black"/>
              </a:rPr>
              <a:t>hiệu quả</a:t>
            </a:r>
            <a:r>
              <a:rPr sz="2000" b="0">
                <a:solidFill>
                  <a:srgbClr val="222222"/>
                </a:solidFill>
                <a:latin typeface="Roboto Medium"/>
                <a:ea typeface="Roboto Medium"/>
                <a:cs typeface="Roboto Medium"/>
              </a:rPr>
              <a:t>, </a:t>
            </a:r>
            <a:r>
              <a:rPr sz="2000" b="1">
                <a:solidFill>
                  <a:srgbClr val="003366"/>
                </a:solidFill>
                <a:latin typeface="Roboto Black"/>
                <a:ea typeface="Roboto Black"/>
                <a:cs typeface="Roboto Black"/>
              </a:rPr>
              <a:t>đáng tin cậy</a:t>
            </a:r>
            <a:r>
              <a:rPr sz="2000" b="0">
                <a:solidFill>
                  <a:srgbClr val="222222"/>
                </a:solidFill>
                <a:latin typeface="Roboto Medium"/>
                <a:ea typeface="Roboto Medium"/>
                <a:cs typeface="Roboto Medium"/>
              </a:rPr>
              <a:t> và </a:t>
            </a:r>
            <a:r>
              <a:rPr sz="2000" b="1">
                <a:solidFill>
                  <a:srgbClr val="003366"/>
                </a:solidFill>
                <a:latin typeface="Roboto Black"/>
                <a:ea typeface="Roboto Black"/>
                <a:cs typeface="Roboto Black"/>
              </a:rPr>
              <a:t>an toàn</a:t>
            </a:r>
            <a:r>
              <a:rPr sz="2000" b="0">
                <a:solidFill>
                  <a:srgbClr val="222222"/>
                </a:solidFill>
                <a:latin typeface="Roboto Medium"/>
                <a:ea typeface="Roboto Medium"/>
                <a:cs typeface="Roboto Medium"/>
              </a:rPr>
              <a: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photo" descr="cover.jpg"/>
          <p:cNvPicPr>
            <a:picLocks noChangeAspect="1"/>
          </p:cNvPicPr>
          <p:nvPr/>
        </p:nvPicPr>
        <p:blipFill>
          <a:blip r:embed="rId3"/>
          <a:stretch>
            <a:fillRect/>
          </a:stretch>
        </p:blipFill>
        <p:spPr>
          <a:xfrm>
            <a:off x="0" y="0"/>
            <a:ext cx="12191695" cy="6858000"/>
          </a:xfrm>
          <a:prstGeom prst="rect">
            <a:avLst/>
          </a:prstGeom>
        </p:spPr>
      </p:pic>
      <p:pic>
        <p:nvPicPr>
          <p:cNvPr id="3" name="Picture 2" descr="hust_logo.png"/>
          <p:cNvPicPr>
            <a:picLocks noChangeAspect="1"/>
          </p:cNvPicPr>
          <p:nvPr/>
        </p:nvPicPr>
        <p:blipFill>
          <a:blip r:embed="rId4"/>
          <a:stretch>
            <a:fillRect/>
          </a:stretch>
        </p:blipFill>
        <p:spPr>
          <a:xfrm>
            <a:off x="393192" y="274320"/>
            <a:ext cx="3172968" cy="1152144"/>
          </a:xfrm>
          <a:prstGeom prst="rect">
            <a:avLst/>
          </a:prstGeom>
        </p:spPr>
      </p:pic>
      <p:sp>
        <p:nvSpPr>
          <p:cNvPr id="4" name="TextBox 3"/>
          <p:cNvSpPr txBox="1"/>
          <p:nvPr/>
        </p:nvSpPr>
        <p:spPr>
          <a:xfrm>
            <a:off x="685800" y="1691640"/>
            <a:ext cx="6858000" cy="1097280"/>
          </a:xfrm>
          <a:prstGeom prst="rect">
            <a:avLst/>
          </a:prstGeom>
          <a:noFill/>
        </p:spPr>
        <p:txBody>
          <a:bodyPr wrap="square" anchor="t" lIns="45720" rIns="45720" tIns="18288" bIns="18288"/>
          <a:lstStyle/>
          <a:p>
            <a:pPr>
              <a:spcBef>
                <a:spcPts val="0"/>
              </a:spcBef>
              <a:buNone/>
            </a:pPr>
            <a:r>
              <a:rPr sz="3800" b="1">
                <a:solidFill>
                  <a:srgbClr val="C00000"/>
                </a:solidFill>
                <a:latin typeface="Roboto Black"/>
                <a:ea typeface="Roboto Black"/>
                <a:cs typeface="Roboto Black"/>
              </a:rPr>
              <a:t>Cảm ơn cô và các bạn</a:t>
            </a:r>
          </a:p>
          <a:p>
            <a:pPr>
              <a:spcBef>
                <a:spcPts val="600"/>
              </a:spcBef>
              <a:buNone/>
            </a:pPr>
            <a:r>
              <a:rPr sz="2400" b="1">
                <a:solidFill>
                  <a:srgbClr val="003366"/>
                </a:solidFill>
                <a:latin typeface="Roboto Black"/>
                <a:ea typeface="Roboto Black"/>
                <a:cs typeface="Roboto Black"/>
              </a:rPr>
              <a:t>đã lắng nghe!  ·  Q&amp;A</a:t>
            </a:r>
          </a:p>
        </p:txBody>
      </p:sp>
      <p:graphicFrame>
        <p:nvGraphicFramePr>
          <p:cNvPr id="5" name="Table 4"/>
          <p:cNvGraphicFramePr>
            <a:graphicFrameLocks noGrp="1"/>
          </p:cNvGraphicFramePr>
          <p:nvPr/>
        </p:nvGraphicFramePr>
        <p:xfrm>
          <a:off x="685800" y="3063240"/>
          <a:ext cx="6675120" cy="2286000"/>
        </p:xfrm>
        <a:graphic>
          <a:graphicData uri="http://schemas.openxmlformats.org/drawingml/2006/table">
            <a:tbl>
              <a:tblPr firstRow="0" bandRow="0"/>
              <a:tblGrid>
                <a:gridCol w="2743200"/>
                <a:gridCol w="3931920"/>
              </a:tblGrid>
              <a:tr h="457200">
                <a:tc>
                  <a:txBody>
                    <a:bodyPr wrap="square"/>
                    <a:lstStyle/>
                    <a:p>
                      <a:pPr>
                        <a:spcBef>
                          <a:spcPts val="0"/>
                        </a:spcBef>
                        <a:buNone/>
                      </a:pPr>
                      <a:r>
                        <a:rPr sz="1500" b="1">
                          <a:solidFill>
                            <a:srgbClr val="FFFFFF"/>
                          </a:solidFill>
                          <a:latin typeface="Roboto Black"/>
                          <a:ea typeface="Roboto Black"/>
                          <a:cs typeface="Roboto Black"/>
                        </a:rPr>
                        <a:t>Thành viên</a:t>
                      </a:r>
                    </a:p>
                  </a:txBody>
                  <a:tcPr marL="54864" marR="54864" marT="27432" marB="27432" anchor="ctr">
                    <a:solidFill>
                      <a:srgbClr val="003366"/>
                    </a:solidFill>
                  </a:tcPr>
                </a:tc>
                <a:tc>
                  <a:txBody>
                    <a:bodyPr wrap="square"/>
                    <a:lstStyle/>
                    <a:p>
                      <a:pPr>
                        <a:spcBef>
                          <a:spcPts val="0"/>
                        </a:spcBef>
                        <a:buNone/>
                      </a:pPr>
                      <a:r>
                        <a:rPr sz="1500" b="1">
                          <a:solidFill>
                            <a:srgbClr val="FFFFFF"/>
                          </a:solidFill>
                          <a:latin typeface="Roboto Black"/>
                          <a:ea typeface="Roboto Black"/>
                          <a:cs typeface="Roboto Black"/>
                        </a:rPr>
                        <a:t>Paper phụ trách</a:t>
                      </a:r>
                    </a:p>
                  </a:txBody>
                  <a:tcPr marL="54864" marR="54864" marT="27432" marB="27432" anchor="ctr">
                    <a:solidFill>
                      <a:srgbClr val="003366"/>
                    </a:solidFill>
                  </a:tcPr>
                </a:tc>
              </a:tr>
              <a:tr h="457200">
                <a:tc>
                  <a:txBody>
                    <a:bodyPr wrap="square"/>
                    <a:lstStyle/>
                    <a:p>
                      <a:pPr>
                        <a:spcBef>
                          <a:spcPts val="0"/>
                        </a:spcBef>
                        <a:buNone/>
                      </a:pPr>
                      <a:r>
                        <a:rPr sz="1500" b="1">
                          <a:solidFill>
                            <a:srgbClr val="003366"/>
                          </a:solidFill>
                          <a:latin typeface="Roboto Black"/>
                          <a:ea typeface="Roboto Black"/>
                          <a:cs typeface="Roboto Black"/>
                        </a:rPr>
                        <a:t>Trần Xuân Hương</a:t>
                      </a:r>
                    </a:p>
                  </a:txBody>
                  <a:tcPr marL="54864" marR="54864" marT="27432" marB="27432" anchor="ctr">
                    <a:solidFill>
                      <a:srgbClr val="FFFFFF"/>
                    </a:solidFill>
                  </a:tcPr>
                </a:tc>
                <a:tc>
                  <a:txBody>
                    <a:bodyPr wrap="square"/>
                    <a:lstStyle/>
                    <a:p>
                      <a:pPr>
                        <a:spcBef>
                          <a:spcPts val="0"/>
                        </a:spcBef>
                        <a:buNone/>
                      </a:pPr>
                      <a:r>
                        <a:rPr sz="1500" b="0">
                          <a:solidFill>
                            <a:srgbClr val="222222"/>
                          </a:solidFill>
                          <a:latin typeface="Roboto Medium"/>
                          <a:ea typeface="Roboto Medium"/>
                          <a:cs typeface="Roboto Medium"/>
                        </a:rPr>
                        <a:t>MIRAGE · TIDE</a:t>
                      </a:r>
                    </a:p>
                  </a:txBody>
                  <a:tcPr marL="54864" marR="54864" marT="27432" marB="27432" anchor="ctr">
                    <a:solidFill>
                      <a:srgbClr val="FFFFFF"/>
                    </a:solidFill>
                  </a:tcPr>
                </a:tc>
              </a:tr>
              <a:tr h="457200">
                <a:tc>
                  <a:txBody>
                    <a:bodyPr wrap="square"/>
                    <a:lstStyle/>
                    <a:p>
                      <a:pPr>
                        <a:spcBef>
                          <a:spcPts val="0"/>
                        </a:spcBef>
                        <a:buNone/>
                      </a:pPr>
                      <a:r>
                        <a:rPr sz="1500" b="1">
                          <a:solidFill>
                            <a:srgbClr val="003366"/>
                          </a:solidFill>
                          <a:latin typeface="Roboto Black"/>
                          <a:ea typeface="Roboto Black"/>
                          <a:cs typeface="Roboto Black"/>
                        </a:rPr>
                        <a:t>Vũ Tùng Dương</a:t>
                      </a:r>
                    </a:p>
                  </a:txBody>
                  <a:tcPr marL="54864" marR="54864" marT="27432" marB="27432" anchor="ctr">
                    <a:solidFill>
                      <a:srgbClr val="F3F6FB"/>
                    </a:solidFill>
                  </a:tcPr>
                </a:tc>
                <a:tc>
                  <a:txBody>
                    <a:bodyPr wrap="square"/>
                    <a:lstStyle/>
                    <a:p>
                      <a:pPr>
                        <a:spcBef>
                          <a:spcPts val="0"/>
                        </a:spcBef>
                        <a:buNone/>
                      </a:pPr>
                      <a:r>
                        <a:rPr sz="1500" b="0">
                          <a:solidFill>
                            <a:srgbClr val="222222"/>
                          </a:solidFill>
                          <a:latin typeface="Roboto Medium"/>
                          <a:ea typeface="Roboto Medium"/>
                          <a:cs typeface="Roboto Medium"/>
                        </a:rPr>
                        <a:t>ProgRouter · HalluProp</a:t>
                      </a:r>
                    </a:p>
                  </a:txBody>
                  <a:tcPr marL="54864" marR="54864" marT="27432" marB="27432" anchor="ctr">
                    <a:solidFill>
                      <a:srgbClr val="F3F6FB"/>
                    </a:solidFill>
                  </a:tcPr>
                </a:tc>
              </a:tr>
              <a:tr h="457200">
                <a:tc>
                  <a:txBody>
                    <a:bodyPr wrap="square"/>
                    <a:lstStyle/>
                    <a:p>
                      <a:pPr>
                        <a:spcBef>
                          <a:spcPts val="0"/>
                        </a:spcBef>
                        <a:buNone/>
                      </a:pPr>
                      <a:r>
                        <a:rPr sz="1500" b="1">
                          <a:solidFill>
                            <a:srgbClr val="003366"/>
                          </a:solidFill>
                          <a:latin typeface="Roboto Black"/>
                          <a:ea typeface="Roboto Black"/>
                          <a:cs typeface="Roboto Black"/>
                        </a:rPr>
                        <a:t>Phạm Việt Dũng</a:t>
                      </a:r>
                    </a:p>
                  </a:txBody>
                  <a:tcPr marL="54864" marR="54864" marT="27432" marB="27432" anchor="ctr">
                    <a:solidFill>
                      <a:srgbClr val="FFFFFF"/>
                    </a:solidFill>
                  </a:tcPr>
                </a:tc>
                <a:tc>
                  <a:txBody>
                    <a:bodyPr wrap="square"/>
                    <a:lstStyle/>
                    <a:p>
                      <a:pPr>
                        <a:spcBef>
                          <a:spcPts val="0"/>
                        </a:spcBef>
                        <a:buNone/>
                      </a:pPr>
                      <a:r>
                        <a:rPr sz="1500" b="0">
                          <a:solidFill>
                            <a:srgbClr val="222222"/>
                          </a:solidFill>
                          <a:latin typeface="Roboto Medium"/>
                          <a:ea typeface="Roboto Medium"/>
                          <a:cs typeface="Roboto Medium"/>
                        </a:rPr>
                        <a:t>DAIN · AGENT-RADAR</a:t>
                      </a:r>
                    </a:p>
                  </a:txBody>
                  <a:tcPr marL="54864" marR="54864" marT="27432" marB="27432" anchor="ctr">
                    <a:solidFill>
                      <a:srgbClr val="FFFFFF"/>
                    </a:solidFill>
                  </a:tcPr>
                </a:tc>
              </a:tr>
              <a:tr h="457200">
                <a:tc>
                  <a:txBody>
                    <a:bodyPr wrap="square"/>
                    <a:lstStyle/>
                    <a:p>
                      <a:pPr>
                        <a:spcBef>
                          <a:spcPts val="0"/>
                        </a:spcBef>
                        <a:buNone/>
                      </a:pPr>
                      <a:r>
                        <a:rPr sz="1500" b="1">
                          <a:solidFill>
                            <a:srgbClr val="003366"/>
                          </a:solidFill>
                          <a:latin typeface="Roboto Black"/>
                          <a:ea typeface="Roboto Black"/>
                          <a:cs typeface="Roboto Black"/>
                        </a:rPr>
                        <a:t>Lê Văn Đức</a:t>
                      </a:r>
                    </a:p>
                  </a:txBody>
                  <a:tcPr marL="54864" marR="54864" marT="27432" marB="27432" anchor="ctr">
                    <a:solidFill>
                      <a:srgbClr val="F3F6FB"/>
                    </a:solidFill>
                  </a:tcPr>
                </a:tc>
                <a:tc>
                  <a:txBody>
                    <a:bodyPr wrap="square"/>
                    <a:lstStyle/>
                    <a:p>
                      <a:pPr>
                        <a:spcBef>
                          <a:spcPts val="0"/>
                        </a:spcBef>
                        <a:buNone/>
                      </a:pPr>
                      <a:r>
                        <a:rPr sz="1500" b="0">
                          <a:solidFill>
                            <a:srgbClr val="222222"/>
                          </a:solidFill>
                          <a:latin typeface="Roboto Medium"/>
                          <a:ea typeface="Roboto Medium"/>
                          <a:cs typeface="Roboto Medium"/>
                        </a:rPr>
                        <a:t>MAC-RRG · UrbanAgent</a:t>
                      </a:r>
                    </a:p>
                  </a:txBody>
                  <a:tcPr marL="54864" marR="54864" marT="27432" marB="27432" anchor="ctr">
                    <a:solidFill>
                      <a:srgbClr val="F3F6FB"/>
                    </a:solidFill>
                  </a:tcPr>
                </a:tc>
              </a:tr>
            </a:tbl>
          </a:graphicData>
        </a:graphic>
      </p:graphicFrame>
      <p:sp>
        <p:nvSpPr>
          <p:cNvPr id="6" name="TextBox 5"/>
          <p:cNvSpPr txBox="1"/>
          <p:nvPr/>
        </p:nvSpPr>
        <p:spPr>
          <a:xfrm>
            <a:off x="685800" y="5532120"/>
            <a:ext cx="6858000" cy="365760"/>
          </a:xfrm>
          <a:prstGeom prst="rect">
            <a:avLst/>
          </a:prstGeom>
          <a:noFill/>
        </p:spPr>
        <p:txBody>
          <a:bodyPr wrap="square" anchor="t" lIns="45720" rIns="45720" tIns="18288" bIns="18288"/>
          <a:lstStyle/>
          <a:p>
            <a:pPr>
              <a:spcBef>
                <a:spcPts val="0"/>
              </a:spcBef>
              <a:buNone/>
            </a:pPr>
            <a:r>
              <a:rPr sz="1300" b="0">
                <a:solidFill>
                  <a:srgbClr val="666666"/>
                </a:solidFill>
                <a:latin typeface="Roboto Medium"/>
                <a:ea typeface="Roboto Medium"/>
                <a:cs typeface="Roboto Medium"/>
              </a:rPr>
              <a:t>Học phần IT4772 – Xử lý ngôn ngữ tự nhiên · Đại học Bách khoa Hà Nội</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20040" y="64008"/>
            <a:ext cx="9509760" cy="548640"/>
          </a:xfrm>
          <a:prstGeom prst="rect">
            <a:avLst/>
          </a:prstGeom>
          <a:noFill/>
        </p:spPr>
        <p:txBody>
          <a:bodyPr wrap="square" anchor="ctr" lIns="45720" rIns="45720" tIns="18288" bIns="18288"/>
          <a:lstStyle/>
          <a:p>
            <a:pPr>
              <a:spcBef>
                <a:spcPts val="0"/>
              </a:spcBef>
              <a:buNone/>
            </a:pPr>
            <a:r>
              <a:rPr sz="2200" b="1">
                <a:solidFill>
                  <a:srgbClr val="FFFFFF"/>
                </a:solidFill>
                <a:latin typeface="Roboto Black"/>
                <a:ea typeface="Roboto Black"/>
                <a:cs typeface="Roboto Black"/>
              </a:rPr>
              <a:t>MIRAGE: kết quả và nhận xét</a:t>
            </a:r>
          </a:p>
        </p:txBody>
      </p:sp>
      <p:sp>
        <p:nvSpPr>
          <p:cNvPr id="3" name="Section"/>
          <p:cNvSpPr txBox="1"/>
          <p:nvPr/>
        </p:nvSpPr>
        <p:spPr>
          <a:xfrm>
            <a:off x="9784080" y="64008"/>
            <a:ext cx="2103120" cy="548640"/>
          </a:xfrm>
          <a:prstGeom prst="rect">
            <a:avLst/>
          </a:prstGeom>
          <a:noFill/>
        </p:spPr>
        <p:txBody>
          <a:bodyPr wrap="square" anchor="ctr" lIns="45720" rIns="45720" tIns="18288" bIns="18288"/>
          <a:lstStyle/>
          <a:p>
            <a:pPr algn="r">
              <a:spcBef>
                <a:spcPts val="0"/>
              </a:spcBef>
              <a:buNone/>
            </a:pPr>
            <a:r>
              <a:rPr sz="1100" b="0">
                <a:solidFill>
                  <a:srgbClr val="B8C6D4"/>
                </a:solidFill>
                <a:latin typeface="Roboto Medium"/>
                <a:ea typeface="Roboto Medium"/>
                <a:cs typeface="Roboto Medium"/>
              </a:rPr>
              <a:t>2. Safety</a:t>
            </a:r>
          </a:p>
        </p:txBody>
      </p:sp>
      <p:sp>
        <p:nvSpPr>
          <p:cNvPr id="4" name="Slide number"/>
          <p:cNvSpPr txBox="1"/>
          <p:nvPr/>
        </p:nvSpPr>
        <p:spPr>
          <a:xfrm>
            <a:off x="11155680" y="6199632"/>
            <a:ext cx="731520" cy="256032"/>
          </a:xfrm>
          <a:prstGeom prst="rect">
            <a:avLst/>
          </a:prstGeom>
          <a:noFill/>
        </p:spPr>
        <p:txBody>
          <a:bodyPr wrap="square" anchor="t" lIns="45720" rIns="45720" tIns="18288" bIns="18288"/>
          <a:lstStyle/>
          <a:p>
            <a:pPr algn="r">
              <a:spcBef>
                <a:spcPts val="0"/>
              </a:spcBef>
              <a:buNone/>
            </a:pPr>
            <a:r>
              <a:rPr sz="1000" b="0">
                <a:solidFill>
                  <a:srgbClr val="666666"/>
                </a:solidFill>
                <a:latin typeface="Roboto Medium"/>
                <a:ea typeface="Roboto Medium"/>
                <a:cs typeface="Roboto Medium"/>
              </a:rPr>
              <a:t>12</a:t>
            </a:r>
          </a:p>
        </p:txBody>
      </p:sp>
      <p:sp>
        <p:nvSpPr>
          <p:cNvPr id="5" name="HUST footer name mask"/>
          <p:cNvSpPr/>
          <p:nvPr/>
        </p:nvSpPr>
        <p:spPr>
          <a:xfrm>
            <a:off x="649224" y="6126480"/>
            <a:ext cx="3273552" cy="5212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HUST footer Vietnamese name"/>
          <p:cNvSpPr txBox="1"/>
          <p:nvPr/>
        </p:nvSpPr>
        <p:spPr>
          <a:xfrm>
            <a:off x="667512" y="6135624"/>
            <a:ext cx="3236976" cy="256032"/>
          </a:xfrm>
          <a:prstGeom prst="rect">
            <a:avLst/>
          </a:prstGeom>
          <a:noFill/>
        </p:spPr>
        <p:txBody>
          <a:bodyPr wrap="square" anchor="t" lIns="0" rIns="0" tIns="0" bIns="0"/>
          <a:lstStyle/>
          <a:p>
            <a:pPr>
              <a:spcBef>
                <a:spcPts val="0"/>
              </a:spcBef>
              <a:buNone/>
            </a:pPr>
            <a:r>
              <a:rPr sz="1688" b="1">
                <a:solidFill>
                  <a:srgbClr val="3F3F3F"/>
                </a:solidFill>
                <a:latin typeface="Roboto Black"/>
                <a:ea typeface="Roboto Black"/>
                <a:cs typeface="Roboto Black"/>
              </a:rPr>
              <a:t>ĐẠI HỌC BÁCH KHOA HÀ NỘI</a:t>
            </a:r>
          </a:p>
        </p:txBody>
      </p:sp>
      <p:sp>
        <p:nvSpPr>
          <p:cNvPr id="7" name="HUST footer English name"/>
          <p:cNvSpPr txBox="1"/>
          <p:nvPr/>
        </p:nvSpPr>
        <p:spPr>
          <a:xfrm>
            <a:off x="667512" y="6391656"/>
            <a:ext cx="3236976" cy="219456"/>
          </a:xfrm>
          <a:prstGeom prst="rect">
            <a:avLst/>
          </a:prstGeom>
          <a:noFill/>
        </p:spPr>
        <p:txBody>
          <a:bodyPr wrap="square" anchor="t" lIns="0" rIns="0" tIns="0" bIns="0"/>
          <a:lstStyle/>
          <a:p>
            <a:pPr>
              <a:spcBef>
                <a:spcPts val="0"/>
              </a:spcBef>
              <a:buNone/>
            </a:pPr>
            <a:r>
              <a:rPr sz="1000" b="0">
                <a:solidFill>
                  <a:srgbClr val="3F3F3F"/>
                </a:solidFill>
                <a:latin typeface="Roboto Medium"/>
                <a:ea typeface="Roboto Medium"/>
                <a:cs typeface="Roboto Medium"/>
              </a:rPr>
              <a:t>HANOI UNIVERSITY OF SCIENCE AND TECHNOLOGY</a:t>
            </a:r>
          </a:p>
        </p:txBody>
      </p:sp>
      <p:sp>
        <p:nvSpPr>
          <p:cNvPr id="21" name="TextBox 21"/>
          <p:cNvSpPr txBox="1"/>
          <p:nvPr/>
        </p:nvSpPr>
        <p:spPr>
          <a:xfrm>
            <a:off x="411480" y="868680"/>
            <a:ext cx="6309360" cy="731520"/>
          </a:xfrm>
          <a:prstGeom prst="rect">
            <a:avLst/>
          </a:prstGeom>
          <a:noFill/>
        </p:spPr>
        <p:txBody>
          <a:bodyPr wrap="square" anchor="t" lIns="45720" rIns="45720" tIns="18288" bIns="18288"/>
          <a:lstStyle/>
          <a:p>
            <a:pPr>
              <a:spcBef>
                <a:spcPts val="0"/>
              </a:spcBef>
              <a:spcAft>
                <a:spcPts val="0"/>
              </a:spcAft>
              <a:buNone/>
            </a:pPr>
            <a:r>
              <a:rPr sz="1700" b="0">
                <a:solidFill>
                  <a:srgbClr val="222222"/>
                </a:solidFill>
                <a:latin typeface="Roboto Medium"/>
                <a:ea typeface="Roboto Medium"/>
                <a:cs typeface="Roboto Medium"/>
              </a:rPr>
              <a:t xml:space="preserve">Thử trên 4 bộ dữ liệu, 3 cách xây MAS khác nhau. Đo </a:t>
            </a:r>
            <a:r>
              <a:rPr sz="1700" b="1">
                <a:solidFill>
                  <a:srgbClr val="003366"/>
                </a:solidFill>
                <a:latin typeface="Roboto Black"/>
                <a:ea typeface="Roboto Black"/>
                <a:cs typeface="Roboto Black"/>
              </a:rPr>
              <a:t>AUC</a:t>
            </a:r>
            <a:r>
              <a:rPr sz="1700" b="0">
                <a:solidFill>
                  <a:srgbClr val="222222"/>
                </a:solidFill>
                <a:latin typeface="Roboto Medium"/>
                <a:ea typeface="Roboto Medium"/>
                <a:cs typeface="Roboto Medium"/>
              </a:rPr>
              <a:t xml:space="preserve"> của tấn công: 0.5 = đoán ngẫu nhiên, càng thấp càng tốt.</a:t>
            </a:r>
          </a:p>
        </p:txBody>
      </p:sp>
      <p:graphicFrame>
        <p:nvGraphicFramePr>
          <p:cNvPr id="22" name="Table 22"/>
          <p:cNvGraphicFramePr>
            <a:graphicFrameLocks noGrp="1"/>
          </p:cNvGraphicFramePr>
          <p:nvPr/>
        </p:nvGraphicFramePr>
        <p:xfrm>
          <a:off x="411480" y="1737360"/>
          <a:ext cx="6309360" cy="2286000"/>
        </p:xfrm>
        <a:graphic>
          <a:graphicData uri="http://schemas.openxmlformats.org/drawingml/2006/table">
            <a:tbl>
              <a:tblPr firstRow="0" bandRow="0"/>
              <a:tblGrid>
                <a:gridCol w="1920240"/>
                <a:gridCol w="2194560"/>
                <a:gridCol w="2194560"/>
              </a:tblGrid>
              <a:tr h="457200">
                <a:tc>
                  <a:txBody>
                    <a:bodyPr wrap="square"/>
                    <a:lstStyle/>
                    <a:p>
                      <a:pPr>
                        <a:spcBef>
                          <a:spcPts val="0"/>
                        </a:spcBef>
                        <a:spcAft>
                          <a:spcPts val="0"/>
                        </a:spcAft>
                        <a:buNone/>
                      </a:pPr>
                      <a:r>
                        <a:rPr sz="1700" b="1">
                          <a:solidFill>
                            <a:srgbClr val="FFFFFF"/>
                          </a:solidFill>
                          <a:latin typeface="Roboto Black"/>
                          <a:ea typeface="Roboto Black"/>
                          <a:cs typeface="Roboto Black"/>
                        </a:rPr>
                        <a:t>Dataset</a:t>
                      </a:r>
                    </a:p>
                  </a:txBody>
                  <a:tcPr marL="64008" marR="64008" marT="27432" marB="27432" anchor="ctr">
                    <a:lnL w="9525">
                      <a:solidFill>
                        <a:srgbClr val="CFDAE8"/>
                      </a:solidFill>
                    </a:lnL>
                    <a:lnR w="9525">
                      <a:solidFill>
                        <a:srgbClr val="CFDAE8"/>
                      </a:solidFill>
                    </a:lnR>
                    <a:lnT w="9525">
                      <a:solidFill>
                        <a:srgbClr val="CFDAE8"/>
                      </a:solidFill>
                    </a:lnT>
                    <a:lnB w="9525">
                      <a:solidFill>
                        <a:srgbClr val="CFDAE8"/>
                      </a:solidFill>
                    </a:lnB>
                    <a:solidFill>
                      <a:srgbClr val="003366"/>
                    </a:solidFill>
                  </a:tcPr>
                </a:tc>
                <a:tc>
                  <a:txBody>
                    <a:bodyPr wrap="square"/>
                    <a:lstStyle/>
                    <a:p>
                      <a:pPr algn="ctr">
                        <a:spcBef>
                          <a:spcPts val="0"/>
                        </a:spcBef>
                        <a:spcAft>
                          <a:spcPts val="0"/>
                        </a:spcAft>
                        <a:buNone/>
                      </a:pPr>
                      <a:r>
                        <a:rPr sz="1700" b="1">
                          <a:solidFill>
                            <a:srgbClr val="FFFFFF"/>
                          </a:solidFill>
                          <a:latin typeface="Roboto Black"/>
                          <a:ea typeface="Roboto Black"/>
                          <a:cs typeface="Roboto Black"/>
                        </a:rPr>
                        <a:t>Phòng thủ thường</a:t>
                      </a:r>
                    </a:p>
                  </a:txBody>
                  <a:tcPr marL="64008" marR="64008" marT="27432" marB="27432" anchor="ctr">
                    <a:lnL w="9525">
                      <a:solidFill>
                        <a:srgbClr val="CFDAE8"/>
                      </a:solidFill>
                    </a:lnL>
                    <a:lnR w="9525">
                      <a:solidFill>
                        <a:srgbClr val="CFDAE8"/>
                      </a:solidFill>
                    </a:lnR>
                    <a:lnT w="9525">
                      <a:solidFill>
                        <a:srgbClr val="CFDAE8"/>
                      </a:solidFill>
                    </a:lnT>
                    <a:lnB w="9525">
                      <a:solidFill>
                        <a:srgbClr val="CFDAE8"/>
                      </a:solidFill>
                    </a:lnB>
                    <a:solidFill>
                      <a:srgbClr val="003366"/>
                    </a:solidFill>
                  </a:tcPr>
                </a:tc>
                <a:tc>
                  <a:txBody>
                    <a:bodyPr wrap="square"/>
                    <a:lstStyle/>
                    <a:p>
                      <a:pPr algn="ctr">
                        <a:spcBef>
                          <a:spcPts val="0"/>
                        </a:spcBef>
                        <a:spcAft>
                          <a:spcPts val="0"/>
                        </a:spcAft>
                        <a:buNone/>
                      </a:pPr>
                      <a:r>
                        <a:rPr sz="1700" b="1">
                          <a:solidFill>
                            <a:srgbClr val="FFFFFF"/>
                          </a:solidFill>
                          <a:latin typeface="Roboto Black"/>
                          <a:ea typeface="Roboto Black"/>
                          <a:cs typeface="Roboto Black"/>
                        </a:rPr>
                        <a:t>MIRAGE</a:t>
                      </a:r>
                    </a:p>
                  </a:txBody>
                  <a:tcPr marL="64008" marR="64008" marT="27432" marB="27432" anchor="ctr">
                    <a:lnL w="9525">
                      <a:solidFill>
                        <a:srgbClr val="CFDAE8"/>
                      </a:solidFill>
                    </a:lnL>
                    <a:lnR w="9525">
                      <a:solidFill>
                        <a:srgbClr val="CFDAE8"/>
                      </a:solidFill>
                    </a:lnR>
                    <a:lnT w="9525">
                      <a:solidFill>
                        <a:srgbClr val="CFDAE8"/>
                      </a:solidFill>
                    </a:lnT>
                    <a:lnB w="9525">
                      <a:solidFill>
                        <a:srgbClr val="CFDAE8"/>
                      </a:solidFill>
                    </a:lnB>
                    <a:solidFill>
                      <a:srgbClr val="003366"/>
                    </a:solidFill>
                  </a:tcPr>
                </a:tc>
              </a:tr>
              <a:tr h="457200">
                <a:tc>
                  <a:txBody>
                    <a:bodyPr wrap="square"/>
                    <a:lstStyle/>
                    <a:p>
                      <a:pPr>
                        <a:spcBef>
                          <a:spcPts val="0"/>
                        </a:spcBef>
                        <a:spcAft>
                          <a:spcPts val="0"/>
                        </a:spcAft>
                        <a:buNone/>
                      </a:pPr>
                      <a:r>
                        <a:rPr sz="1700" b="1">
                          <a:solidFill>
                            <a:srgbClr val="003366"/>
                          </a:solidFill>
                          <a:latin typeface="Roboto Black"/>
                          <a:ea typeface="Roboto Black"/>
                          <a:cs typeface="Roboto Black"/>
                        </a:rPr>
                        <a:t>MMLU</a:t>
                      </a:r>
                    </a:p>
                  </a:txBody>
                  <a:tcPr marL="64008" marR="64008" marT="27432" marB="27432" anchor="ctr">
                    <a:lnL w="9525">
                      <a:solidFill>
                        <a:srgbClr val="CFDAE8"/>
                      </a:solidFill>
                    </a:lnL>
                    <a:lnR w="9525">
                      <a:solidFill>
                        <a:srgbClr val="CFDAE8"/>
                      </a:solidFill>
                    </a:lnR>
                    <a:lnT w="9525">
                      <a:solidFill>
                        <a:srgbClr val="CFDAE8"/>
                      </a:solidFill>
                    </a:lnT>
                    <a:lnB w="9525">
                      <a:solidFill>
                        <a:srgbClr val="CFDAE8"/>
                      </a:solidFill>
                    </a:lnB>
                    <a:solidFill>
                      <a:srgbClr val="FFFFFF"/>
                    </a:solidFill>
                  </a:tcPr>
                </a:tc>
                <a:tc>
                  <a:txBody>
                    <a:bodyPr wrap="square"/>
                    <a:lstStyle/>
                    <a:p>
                      <a:pPr algn="ctr">
                        <a:spcBef>
                          <a:spcPts val="0"/>
                        </a:spcBef>
                        <a:spcAft>
                          <a:spcPts val="0"/>
                        </a:spcAft>
                        <a:buNone/>
                      </a:pPr>
                      <a:r>
                        <a:rPr sz="1700" b="0">
                          <a:solidFill>
                            <a:srgbClr val="222222"/>
                          </a:solidFill>
                          <a:latin typeface="Roboto Medium"/>
                          <a:ea typeface="Roboto Medium"/>
                          <a:cs typeface="Roboto Medium"/>
                        </a:rPr>
                        <a:t>0.76</a:t>
                      </a:r>
                    </a:p>
                  </a:txBody>
                  <a:tcPr marL="64008" marR="64008" marT="27432" marB="27432" anchor="ctr">
                    <a:lnL w="9525">
                      <a:solidFill>
                        <a:srgbClr val="CFDAE8"/>
                      </a:solidFill>
                    </a:lnL>
                    <a:lnR w="9525">
                      <a:solidFill>
                        <a:srgbClr val="CFDAE8"/>
                      </a:solidFill>
                    </a:lnR>
                    <a:lnT w="9525">
                      <a:solidFill>
                        <a:srgbClr val="CFDAE8"/>
                      </a:solidFill>
                    </a:lnT>
                    <a:lnB w="9525">
                      <a:solidFill>
                        <a:srgbClr val="CFDAE8"/>
                      </a:solidFill>
                    </a:lnB>
                    <a:solidFill>
                      <a:srgbClr val="FFFFFF"/>
                    </a:solidFill>
                  </a:tcPr>
                </a:tc>
                <a:tc>
                  <a:txBody>
                    <a:bodyPr wrap="square"/>
                    <a:lstStyle/>
                    <a:p>
                      <a:pPr algn="ctr">
                        <a:spcBef>
                          <a:spcPts val="0"/>
                        </a:spcBef>
                        <a:spcAft>
                          <a:spcPts val="0"/>
                        </a:spcAft>
                        <a:buNone/>
                      </a:pPr>
                      <a:r>
                        <a:rPr sz="1700" b="1">
                          <a:solidFill>
                            <a:srgbClr val="003366"/>
                          </a:solidFill>
                          <a:latin typeface="Roboto Black"/>
                          <a:ea typeface="Roboto Black"/>
                          <a:cs typeface="Roboto Black"/>
                        </a:rPr>
                        <a:t>0.67</a:t>
                      </a:r>
                    </a:p>
                  </a:txBody>
                  <a:tcPr marL="64008" marR="64008" marT="27432" marB="27432" anchor="ctr">
                    <a:lnL w="9525">
                      <a:solidFill>
                        <a:srgbClr val="CFDAE8"/>
                      </a:solidFill>
                    </a:lnL>
                    <a:lnR w="9525">
                      <a:solidFill>
                        <a:srgbClr val="CFDAE8"/>
                      </a:solidFill>
                    </a:lnR>
                    <a:lnT w="9525">
                      <a:solidFill>
                        <a:srgbClr val="CFDAE8"/>
                      </a:solidFill>
                    </a:lnT>
                    <a:lnB w="9525">
                      <a:solidFill>
                        <a:srgbClr val="CFDAE8"/>
                      </a:solidFill>
                    </a:lnB>
                    <a:solidFill>
                      <a:srgbClr val="EEF3FA"/>
                    </a:solidFill>
                  </a:tcPr>
                </a:tc>
              </a:tr>
              <a:tr h="457200">
                <a:tc>
                  <a:txBody>
                    <a:bodyPr wrap="square"/>
                    <a:lstStyle/>
                    <a:p>
                      <a:pPr>
                        <a:spcBef>
                          <a:spcPts val="0"/>
                        </a:spcBef>
                        <a:spcAft>
                          <a:spcPts val="0"/>
                        </a:spcAft>
                        <a:buNone/>
                      </a:pPr>
                      <a:r>
                        <a:rPr sz="1700" b="1">
                          <a:solidFill>
                            <a:srgbClr val="003366"/>
                          </a:solidFill>
                          <a:latin typeface="Roboto Black"/>
                          <a:ea typeface="Roboto Black"/>
                          <a:cs typeface="Roboto Black"/>
                        </a:rPr>
                        <a:t>GSM8K</a:t>
                      </a:r>
                    </a:p>
                  </a:txBody>
                  <a:tcPr marL="64008" marR="64008" marT="27432" marB="27432" anchor="ctr">
                    <a:lnL w="9525">
                      <a:solidFill>
                        <a:srgbClr val="CFDAE8"/>
                      </a:solidFill>
                    </a:lnL>
                    <a:lnR w="9525">
                      <a:solidFill>
                        <a:srgbClr val="CFDAE8"/>
                      </a:solidFill>
                    </a:lnR>
                    <a:lnT w="9525">
                      <a:solidFill>
                        <a:srgbClr val="CFDAE8"/>
                      </a:solidFill>
                    </a:lnT>
                    <a:lnB w="9525">
                      <a:solidFill>
                        <a:srgbClr val="CFDAE8"/>
                      </a:solidFill>
                    </a:lnB>
                    <a:solidFill>
                      <a:srgbClr val="FFFFFF"/>
                    </a:solidFill>
                  </a:tcPr>
                </a:tc>
                <a:tc>
                  <a:txBody>
                    <a:bodyPr wrap="square"/>
                    <a:lstStyle/>
                    <a:p>
                      <a:pPr algn="ctr">
                        <a:spcBef>
                          <a:spcPts val="0"/>
                        </a:spcBef>
                        <a:spcAft>
                          <a:spcPts val="0"/>
                        </a:spcAft>
                        <a:buNone/>
                      </a:pPr>
                      <a:r>
                        <a:rPr sz="1700" b="0">
                          <a:solidFill>
                            <a:srgbClr val="222222"/>
                          </a:solidFill>
                          <a:latin typeface="Roboto Medium"/>
                          <a:ea typeface="Roboto Medium"/>
                          <a:cs typeface="Roboto Medium"/>
                        </a:rPr>
                        <a:t>0.80</a:t>
                      </a:r>
                    </a:p>
                  </a:txBody>
                  <a:tcPr marL="64008" marR="64008" marT="27432" marB="27432" anchor="ctr">
                    <a:lnL w="9525">
                      <a:solidFill>
                        <a:srgbClr val="CFDAE8"/>
                      </a:solidFill>
                    </a:lnL>
                    <a:lnR w="9525">
                      <a:solidFill>
                        <a:srgbClr val="CFDAE8"/>
                      </a:solidFill>
                    </a:lnR>
                    <a:lnT w="9525">
                      <a:solidFill>
                        <a:srgbClr val="CFDAE8"/>
                      </a:solidFill>
                    </a:lnT>
                    <a:lnB w="9525">
                      <a:solidFill>
                        <a:srgbClr val="CFDAE8"/>
                      </a:solidFill>
                    </a:lnB>
                    <a:solidFill>
                      <a:srgbClr val="FFFFFF"/>
                    </a:solidFill>
                  </a:tcPr>
                </a:tc>
                <a:tc>
                  <a:txBody>
                    <a:bodyPr wrap="square"/>
                    <a:lstStyle/>
                    <a:p>
                      <a:pPr algn="ctr">
                        <a:spcBef>
                          <a:spcPts val="0"/>
                        </a:spcBef>
                        <a:spcAft>
                          <a:spcPts val="0"/>
                        </a:spcAft>
                        <a:buNone/>
                      </a:pPr>
                      <a:r>
                        <a:rPr sz="1700" b="1">
                          <a:solidFill>
                            <a:srgbClr val="003366"/>
                          </a:solidFill>
                          <a:latin typeface="Roboto Black"/>
                          <a:ea typeface="Roboto Black"/>
                          <a:cs typeface="Roboto Black"/>
                        </a:rPr>
                        <a:t>0.64</a:t>
                      </a:r>
                    </a:p>
                  </a:txBody>
                  <a:tcPr marL="64008" marR="64008" marT="27432" marB="27432" anchor="ctr">
                    <a:lnL w="9525">
                      <a:solidFill>
                        <a:srgbClr val="CFDAE8"/>
                      </a:solidFill>
                    </a:lnL>
                    <a:lnR w="9525">
                      <a:solidFill>
                        <a:srgbClr val="CFDAE8"/>
                      </a:solidFill>
                    </a:lnR>
                    <a:lnT w="9525">
                      <a:solidFill>
                        <a:srgbClr val="CFDAE8"/>
                      </a:solidFill>
                    </a:lnT>
                    <a:lnB w="9525">
                      <a:solidFill>
                        <a:srgbClr val="CFDAE8"/>
                      </a:solidFill>
                    </a:lnB>
                    <a:solidFill>
                      <a:srgbClr val="EEF3FA"/>
                    </a:solidFill>
                  </a:tcPr>
                </a:tc>
              </a:tr>
              <a:tr h="457200">
                <a:tc>
                  <a:txBody>
                    <a:bodyPr wrap="square"/>
                    <a:lstStyle/>
                    <a:p>
                      <a:pPr>
                        <a:spcBef>
                          <a:spcPts val="0"/>
                        </a:spcBef>
                        <a:spcAft>
                          <a:spcPts val="0"/>
                        </a:spcAft>
                        <a:buNone/>
                      </a:pPr>
                      <a:r>
                        <a:rPr sz="1700" b="1">
                          <a:solidFill>
                            <a:srgbClr val="003366"/>
                          </a:solidFill>
                          <a:latin typeface="Roboto Black"/>
                          <a:ea typeface="Roboto Black"/>
                          <a:cs typeface="Roboto Black"/>
                        </a:rPr>
                        <a:t>SVAMP</a:t>
                      </a:r>
                    </a:p>
                  </a:txBody>
                  <a:tcPr marL="64008" marR="64008" marT="27432" marB="27432" anchor="ctr">
                    <a:lnL w="9525">
                      <a:solidFill>
                        <a:srgbClr val="CFDAE8"/>
                      </a:solidFill>
                    </a:lnL>
                    <a:lnR w="9525">
                      <a:solidFill>
                        <a:srgbClr val="CFDAE8"/>
                      </a:solidFill>
                    </a:lnR>
                    <a:lnT w="9525">
                      <a:solidFill>
                        <a:srgbClr val="CFDAE8"/>
                      </a:solidFill>
                    </a:lnT>
                    <a:lnB w="9525">
                      <a:solidFill>
                        <a:srgbClr val="CFDAE8"/>
                      </a:solidFill>
                    </a:lnB>
                    <a:solidFill>
                      <a:srgbClr val="FFFFFF"/>
                    </a:solidFill>
                  </a:tcPr>
                </a:tc>
                <a:tc>
                  <a:txBody>
                    <a:bodyPr wrap="square"/>
                    <a:lstStyle/>
                    <a:p>
                      <a:pPr algn="ctr">
                        <a:spcBef>
                          <a:spcPts val="0"/>
                        </a:spcBef>
                        <a:spcAft>
                          <a:spcPts val="0"/>
                        </a:spcAft>
                        <a:buNone/>
                      </a:pPr>
                      <a:r>
                        <a:rPr sz="1700" b="0">
                          <a:solidFill>
                            <a:srgbClr val="222222"/>
                          </a:solidFill>
                          <a:latin typeface="Roboto Medium"/>
                          <a:ea typeface="Roboto Medium"/>
                          <a:cs typeface="Roboto Medium"/>
                        </a:rPr>
                        <a:t>0.70</a:t>
                      </a:r>
                    </a:p>
                  </a:txBody>
                  <a:tcPr marL="64008" marR="64008" marT="27432" marB="27432" anchor="ctr">
                    <a:lnL w="9525">
                      <a:solidFill>
                        <a:srgbClr val="CFDAE8"/>
                      </a:solidFill>
                    </a:lnL>
                    <a:lnR w="9525">
                      <a:solidFill>
                        <a:srgbClr val="CFDAE8"/>
                      </a:solidFill>
                    </a:lnR>
                    <a:lnT w="9525">
                      <a:solidFill>
                        <a:srgbClr val="CFDAE8"/>
                      </a:solidFill>
                    </a:lnT>
                    <a:lnB w="9525">
                      <a:solidFill>
                        <a:srgbClr val="CFDAE8"/>
                      </a:solidFill>
                    </a:lnB>
                    <a:solidFill>
                      <a:srgbClr val="FFFFFF"/>
                    </a:solidFill>
                  </a:tcPr>
                </a:tc>
                <a:tc>
                  <a:txBody>
                    <a:bodyPr wrap="square"/>
                    <a:lstStyle/>
                    <a:p>
                      <a:pPr algn="ctr">
                        <a:spcBef>
                          <a:spcPts val="0"/>
                        </a:spcBef>
                        <a:spcAft>
                          <a:spcPts val="0"/>
                        </a:spcAft>
                        <a:buNone/>
                      </a:pPr>
                      <a:r>
                        <a:rPr sz="1700" b="1">
                          <a:solidFill>
                            <a:srgbClr val="003366"/>
                          </a:solidFill>
                          <a:latin typeface="Roboto Black"/>
                          <a:ea typeface="Roboto Black"/>
                          <a:cs typeface="Roboto Black"/>
                        </a:rPr>
                        <a:t>0.64</a:t>
                      </a:r>
                    </a:p>
                  </a:txBody>
                  <a:tcPr marL="64008" marR="64008" marT="27432" marB="27432" anchor="ctr">
                    <a:lnL w="9525">
                      <a:solidFill>
                        <a:srgbClr val="CFDAE8"/>
                      </a:solidFill>
                    </a:lnL>
                    <a:lnR w="9525">
                      <a:solidFill>
                        <a:srgbClr val="CFDAE8"/>
                      </a:solidFill>
                    </a:lnR>
                    <a:lnT w="9525">
                      <a:solidFill>
                        <a:srgbClr val="CFDAE8"/>
                      </a:solidFill>
                    </a:lnT>
                    <a:lnB w="9525">
                      <a:solidFill>
                        <a:srgbClr val="CFDAE8"/>
                      </a:solidFill>
                    </a:lnB>
                    <a:solidFill>
                      <a:srgbClr val="EEF3FA"/>
                    </a:solidFill>
                  </a:tcPr>
                </a:tc>
              </a:tr>
              <a:tr h="457200">
                <a:tc>
                  <a:txBody>
                    <a:bodyPr wrap="square"/>
                    <a:lstStyle/>
                    <a:p>
                      <a:pPr>
                        <a:spcBef>
                          <a:spcPts val="0"/>
                        </a:spcBef>
                        <a:spcAft>
                          <a:spcPts val="0"/>
                        </a:spcAft>
                        <a:buNone/>
                      </a:pPr>
                      <a:r>
                        <a:rPr sz="1700" b="1">
                          <a:solidFill>
                            <a:srgbClr val="003366"/>
                          </a:solidFill>
                          <a:latin typeface="Roboto Black"/>
                          <a:ea typeface="Roboto Black"/>
                          <a:cs typeface="Roboto Black"/>
                        </a:rPr>
                        <a:t>HumanEval</a:t>
                      </a:r>
                    </a:p>
                  </a:txBody>
                  <a:tcPr marL="64008" marR="64008" marT="27432" marB="27432" anchor="ctr">
                    <a:lnL w="9525">
                      <a:solidFill>
                        <a:srgbClr val="CFDAE8"/>
                      </a:solidFill>
                    </a:lnL>
                    <a:lnR w="9525">
                      <a:solidFill>
                        <a:srgbClr val="CFDAE8"/>
                      </a:solidFill>
                    </a:lnR>
                    <a:lnT w="9525">
                      <a:solidFill>
                        <a:srgbClr val="CFDAE8"/>
                      </a:solidFill>
                    </a:lnT>
                    <a:lnB w="9525">
                      <a:solidFill>
                        <a:srgbClr val="CFDAE8"/>
                      </a:solidFill>
                    </a:lnB>
                    <a:solidFill>
                      <a:srgbClr val="FFFFFF"/>
                    </a:solidFill>
                  </a:tcPr>
                </a:tc>
                <a:tc>
                  <a:txBody>
                    <a:bodyPr wrap="square"/>
                    <a:lstStyle/>
                    <a:p>
                      <a:pPr algn="ctr">
                        <a:spcBef>
                          <a:spcPts val="0"/>
                        </a:spcBef>
                        <a:spcAft>
                          <a:spcPts val="0"/>
                        </a:spcAft>
                        <a:buNone/>
                      </a:pPr>
                      <a:r>
                        <a:rPr sz="1700" b="0">
                          <a:solidFill>
                            <a:srgbClr val="222222"/>
                          </a:solidFill>
                          <a:latin typeface="Roboto Medium"/>
                          <a:ea typeface="Roboto Medium"/>
                          <a:cs typeface="Roboto Medium"/>
                        </a:rPr>
                        <a:t>0.76</a:t>
                      </a:r>
                    </a:p>
                  </a:txBody>
                  <a:tcPr marL="64008" marR="64008" marT="27432" marB="27432" anchor="ctr">
                    <a:lnL w="9525">
                      <a:solidFill>
                        <a:srgbClr val="CFDAE8"/>
                      </a:solidFill>
                    </a:lnL>
                    <a:lnR w="9525">
                      <a:solidFill>
                        <a:srgbClr val="CFDAE8"/>
                      </a:solidFill>
                    </a:lnR>
                    <a:lnT w="9525">
                      <a:solidFill>
                        <a:srgbClr val="CFDAE8"/>
                      </a:solidFill>
                    </a:lnT>
                    <a:lnB w="9525">
                      <a:solidFill>
                        <a:srgbClr val="CFDAE8"/>
                      </a:solidFill>
                    </a:lnB>
                    <a:solidFill>
                      <a:srgbClr val="FFFFFF"/>
                    </a:solidFill>
                  </a:tcPr>
                </a:tc>
                <a:tc>
                  <a:txBody>
                    <a:bodyPr wrap="square"/>
                    <a:lstStyle/>
                    <a:p>
                      <a:pPr algn="ctr">
                        <a:spcBef>
                          <a:spcPts val="0"/>
                        </a:spcBef>
                        <a:spcAft>
                          <a:spcPts val="0"/>
                        </a:spcAft>
                        <a:buNone/>
                      </a:pPr>
                      <a:r>
                        <a:rPr sz="1700" b="1">
                          <a:solidFill>
                            <a:srgbClr val="003366"/>
                          </a:solidFill>
                          <a:latin typeface="Roboto Black"/>
                          <a:ea typeface="Roboto Black"/>
                          <a:cs typeface="Roboto Black"/>
                        </a:rPr>
                        <a:t>0.68</a:t>
                      </a:r>
                    </a:p>
                  </a:txBody>
                  <a:tcPr marL="64008" marR="64008" marT="27432" marB="27432" anchor="ctr">
                    <a:lnL w="9525">
                      <a:solidFill>
                        <a:srgbClr val="CFDAE8"/>
                      </a:solidFill>
                    </a:lnL>
                    <a:lnR w="9525">
                      <a:solidFill>
                        <a:srgbClr val="CFDAE8"/>
                      </a:solidFill>
                    </a:lnR>
                    <a:lnT w="9525">
                      <a:solidFill>
                        <a:srgbClr val="CFDAE8"/>
                      </a:solidFill>
                    </a:lnT>
                    <a:lnB w="9525">
                      <a:solidFill>
                        <a:srgbClr val="CFDAE8"/>
                      </a:solidFill>
                    </a:lnB>
                    <a:solidFill>
                      <a:srgbClr val="EEF3FA"/>
                    </a:solidFill>
                  </a:tcPr>
                </a:tc>
              </a:tr>
            </a:tbl>
          </a:graphicData>
        </a:graphic>
      </p:graphicFrame>
      <p:sp>
        <p:nvSpPr>
          <p:cNvPr id="23" name="TextBox 23"/>
          <p:cNvSpPr txBox="1"/>
          <p:nvPr/>
        </p:nvSpPr>
        <p:spPr>
          <a:xfrm>
            <a:off x="411480" y="4160520"/>
            <a:ext cx="6309360" cy="1737360"/>
          </a:xfrm>
          <a:prstGeom prst="rect">
            <a:avLst/>
          </a:prstGeom>
          <a:noFill/>
        </p:spPr>
        <p:txBody>
          <a:bodyPr wrap="square" anchor="t" lIns="45720" rIns="45720" tIns="18288" bIns="18288"/>
          <a:lstStyle/>
          <a:p>
            <a:pPr>
              <a:spcBef>
                <a:spcPts val="0"/>
              </a:spcBef>
              <a:spcAft>
                <a:spcPts val="0"/>
              </a:spcAft>
              <a:buNone/>
            </a:pPr>
            <a:r>
              <a:rPr sz="1500" b="0">
                <a:solidFill>
                  <a:srgbClr val="666666"/>
                </a:solidFill>
                <a:latin typeface="Roboto Medium"/>
                <a:ea typeface="Roboto Medium"/>
                <a:cs typeface="Roboto Medium"/>
              </a:rPr>
              <a:t>“Phòng thủ thường”: thêm dấu phân cách (Delimiters) vào prompt, cách chống prompt injection phổ biến. Số liệu trên G-Designer.</a:t>
            </a:r>
          </a:p>
          <a:p>
            <a:pPr marL="134300" indent="-134300">
              <a:spcBef>
                <a:spcPts val="600"/>
              </a:spcBef>
              <a:spcAft>
                <a:spcPts val="0"/>
              </a:spcAft>
              <a:buClr>
                <a:srgbClr val="C00000"/>
              </a:buClr>
              <a:buFont typeface="Arial"/>
              <a:buChar char="•"/>
            </a:pPr>
            <a:r>
              <a:rPr sz="1700" b="0">
                <a:solidFill>
                  <a:srgbClr val="222222"/>
                </a:solidFill>
                <a:latin typeface="Roboto Medium"/>
                <a:ea typeface="Roboto Medium"/>
                <a:cs typeface="Roboto Medium"/>
              </a:rPr>
              <a:t>MIRAGE làm tấn công kém hơn trên mọi bộ dữ liệu, độ chính xác của tác vụ chỉ thay đổi nhỏ.</a:t>
            </a:r>
          </a:p>
        </p:txBody>
      </p:sp>
      <p:sp>
        <p:nvSpPr>
          <p:cNvPr id="24" name="Card 24"/>
          <p:cNvSpPr/>
          <p:nvPr/>
        </p:nvSpPr>
        <p:spPr>
          <a:xfrm>
            <a:off x="7040880" y="914400"/>
            <a:ext cx="4736592" cy="1965960"/>
          </a:xfrm>
          <a:prstGeom prst="rect">
            <a:avLst/>
          </a:prstGeom>
          <a:solidFill>
            <a:srgbClr val="F3F6FB"/>
          </a:solidFill>
          <a:ln w="9525">
            <a:solidFill>
              <a:srgbClr val="CFDAE8"/>
            </a:solidFill>
          </a:ln>
          <a:effectLst/>
        </p:spPr>
        <p:txBody>
          <a:bodyPr wrap="square" rtlCol="0" anchor="ctr" lIns="73152" rIns="73152" tIns="36576" bIns="36576"/>
          <a:lstStyle/>
          <a:p/>
        </p:txBody>
      </p:sp>
      <p:sp>
        <p:nvSpPr>
          <p:cNvPr id="25" name="Card bar 25"/>
          <p:cNvSpPr/>
          <p:nvPr/>
        </p:nvSpPr>
        <p:spPr>
          <a:xfrm>
            <a:off x="7040880" y="914400"/>
            <a:ext cx="4736592" cy="54864"/>
          </a:xfrm>
          <a:prstGeom prst="rect">
            <a:avLst/>
          </a:prstGeom>
          <a:solidFill>
            <a:srgbClr val="003366"/>
          </a:solidFill>
          <a:ln>
            <a:noFill/>
          </a:ln>
          <a:effectLst/>
        </p:spPr>
        <p:txBody>
          <a:bodyPr wrap="square" rtlCol="0" anchor="ctr" lIns="73152" rIns="73152" tIns="36576" bIns="36576"/>
          <a:lstStyle/>
          <a:p/>
        </p:txBody>
      </p:sp>
      <p:sp>
        <p:nvSpPr>
          <p:cNvPr id="26" name="TextBox 26"/>
          <p:cNvSpPr txBox="1"/>
          <p:nvPr/>
        </p:nvSpPr>
        <p:spPr>
          <a:xfrm>
            <a:off x="7178040" y="1005840"/>
            <a:ext cx="4462272" cy="1828800"/>
          </a:xfrm>
          <a:prstGeom prst="rect">
            <a:avLst/>
          </a:prstGeom>
          <a:noFill/>
        </p:spPr>
        <p:txBody>
          <a:bodyPr wrap="square" anchor="t" lIns="45720" rIns="45720" tIns="18288" bIns="18288"/>
          <a:lstStyle/>
          <a:p>
            <a:pPr>
              <a:spcBef>
                <a:spcPts val="0"/>
              </a:spcBef>
              <a:spcAft>
                <a:spcPts val="0"/>
              </a:spcAft>
              <a:buNone/>
            </a:pPr>
            <a:r>
              <a:rPr sz="1950" b="1">
                <a:solidFill>
                  <a:srgbClr val="003366"/>
                </a:solidFill>
                <a:latin typeface="Roboto Black"/>
                <a:ea typeface="Roboto Black"/>
                <a:cs typeface="Roboto Black"/>
              </a:rPr>
              <a:t>Điểm mạnh</a:t>
            </a:r>
          </a:p>
          <a:p>
            <a:pPr marL="134300" indent="-134300">
              <a:spcBef>
                <a:spcPts val="400"/>
              </a:spcBef>
              <a:spcAft>
                <a:spcPts val="0"/>
              </a:spcAft>
              <a:buClr>
                <a:srgbClr val="C00000"/>
              </a:buClr>
              <a:buFont typeface="Arial"/>
              <a:buChar char="•"/>
            </a:pPr>
            <a:r>
              <a:rPr sz="1700" b="0">
                <a:solidFill>
                  <a:srgbClr val="222222"/>
                </a:solidFill>
                <a:latin typeface="Roboto Medium"/>
                <a:ea typeface="Roboto Medium"/>
                <a:cs typeface="Roboto Medium"/>
              </a:rPr>
              <a:t xml:space="preserve">Lần đầu bảo vệ </a:t>
            </a:r>
            <a:r>
              <a:rPr sz="1700" b="1">
                <a:solidFill>
                  <a:srgbClr val="003366"/>
                </a:solidFill>
                <a:latin typeface="Roboto Black"/>
                <a:ea typeface="Roboto Black"/>
                <a:cs typeface="Roboto Black"/>
              </a:rPr>
              <a:t>bí mật cấu trúc</a:t>
            </a:r>
            <a:r>
              <a:rPr sz="1700" b="0">
                <a:solidFill>
                  <a:srgbClr val="222222"/>
                </a:solidFill>
                <a:latin typeface="Roboto Medium"/>
                <a:ea typeface="Roboto Medium"/>
                <a:cs typeface="Roboto Medium"/>
              </a:rPr>
              <a:t xml:space="preserve"> của MAS.</a:t>
            </a:r>
          </a:p>
          <a:p>
            <a:pPr marL="134300" indent="-134300">
              <a:spcBef>
                <a:spcPts val="300"/>
              </a:spcBef>
              <a:spcAft>
                <a:spcPts val="0"/>
              </a:spcAft>
              <a:buClr>
                <a:srgbClr val="C00000"/>
              </a:buClr>
              <a:buFont typeface="Arial"/>
              <a:buChar char="•"/>
            </a:pPr>
            <a:r>
              <a:rPr sz="1700" b="0">
                <a:solidFill>
                  <a:srgbClr val="222222"/>
                </a:solidFill>
                <a:latin typeface="Roboto Medium"/>
                <a:ea typeface="Roboto Medium"/>
                <a:cs typeface="Roboto Medium"/>
              </a:rPr>
              <a:t>Không cần sửa agent, chỉ sửa phần đưa ra ngoài.</a:t>
            </a:r>
          </a:p>
        </p:txBody>
      </p:sp>
      <p:sp>
        <p:nvSpPr>
          <p:cNvPr id="27" name="Card 27"/>
          <p:cNvSpPr/>
          <p:nvPr/>
        </p:nvSpPr>
        <p:spPr>
          <a:xfrm>
            <a:off x="7040880" y="3063240"/>
            <a:ext cx="4736592" cy="2834640"/>
          </a:xfrm>
          <a:prstGeom prst="rect">
            <a:avLst/>
          </a:prstGeom>
          <a:solidFill>
            <a:srgbClr val="FCF4F4"/>
          </a:solidFill>
          <a:ln w="9525">
            <a:solidFill>
              <a:srgbClr val="EBCBCB"/>
            </a:solidFill>
          </a:ln>
          <a:effectLst/>
        </p:spPr>
        <p:txBody>
          <a:bodyPr wrap="square" rtlCol="0" anchor="ctr" lIns="73152" rIns="73152" tIns="36576" bIns="36576"/>
          <a:lstStyle/>
          <a:p/>
        </p:txBody>
      </p:sp>
      <p:sp>
        <p:nvSpPr>
          <p:cNvPr id="28" name="Card bar 28"/>
          <p:cNvSpPr/>
          <p:nvPr/>
        </p:nvSpPr>
        <p:spPr>
          <a:xfrm>
            <a:off x="7040880" y="3063240"/>
            <a:ext cx="4736592" cy="54864"/>
          </a:xfrm>
          <a:prstGeom prst="rect">
            <a:avLst/>
          </a:prstGeom>
          <a:solidFill>
            <a:srgbClr val="C00000"/>
          </a:solidFill>
          <a:ln>
            <a:noFill/>
          </a:ln>
          <a:effectLst/>
        </p:spPr>
        <p:txBody>
          <a:bodyPr wrap="square" rtlCol="0" anchor="ctr" lIns="73152" rIns="73152" tIns="36576" bIns="36576"/>
          <a:lstStyle/>
          <a:p/>
        </p:txBody>
      </p:sp>
      <p:sp>
        <p:nvSpPr>
          <p:cNvPr id="29" name="TextBox 29"/>
          <p:cNvSpPr txBox="1"/>
          <p:nvPr/>
        </p:nvSpPr>
        <p:spPr>
          <a:xfrm>
            <a:off x="7178040" y="3154680"/>
            <a:ext cx="4462272" cy="2697480"/>
          </a:xfrm>
          <a:prstGeom prst="rect">
            <a:avLst/>
          </a:prstGeom>
          <a:noFill/>
        </p:spPr>
        <p:txBody>
          <a:bodyPr wrap="square" anchor="t" lIns="45720" rIns="45720" tIns="18288" bIns="18288"/>
          <a:lstStyle/>
          <a:p>
            <a:pPr>
              <a:spcBef>
                <a:spcPts val="0"/>
              </a:spcBef>
              <a:spcAft>
                <a:spcPts val="0"/>
              </a:spcAft>
              <a:buNone/>
            </a:pPr>
            <a:r>
              <a:rPr sz="1950" b="1">
                <a:solidFill>
                  <a:srgbClr val="C00000"/>
                </a:solidFill>
                <a:latin typeface="Roboto Black"/>
                <a:ea typeface="Roboto Black"/>
                <a:cs typeface="Roboto Black"/>
              </a:rPr>
              <a:t>Hạn chế</a:t>
            </a:r>
          </a:p>
          <a:p>
            <a:pPr marL="142200" indent="-142200">
              <a:spcBef>
                <a:spcPts val="600"/>
              </a:spcBef>
              <a:spcAft>
                <a:spcPts val="0"/>
              </a:spcAft>
              <a:buClr>
                <a:srgbClr val="C00000"/>
              </a:buClr>
              <a:buFont typeface="Arial"/>
              <a:buChar char="•"/>
            </a:pPr>
            <a:r>
              <a:rPr sz="1800" b="0">
                <a:solidFill>
                  <a:srgbClr val="222222"/>
                </a:solidFill>
                <a:latin typeface="Roboto Medium"/>
                <a:ea typeface="Roboto Medium"/>
                <a:cs typeface="Roboto Medium"/>
              </a:rPr>
              <a:t>Chỉ thử với 1 kiểu tấn công; kẻ tấn công biết MIRAGE thì sao?</a:t>
            </a:r>
          </a:p>
          <a:p>
            <a:pPr marL="142200" indent="-142200">
              <a:spcBef>
                <a:spcPts val="600"/>
              </a:spcBef>
              <a:spcAft>
                <a:spcPts val="0"/>
              </a:spcAft>
              <a:buClr>
                <a:srgbClr val="C00000"/>
              </a:buClr>
              <a:buFont typeface="Arial"/>
              <a:buChar char="•"/>
            </a:pPr>
            <a:r>
              <a:rPr sz="1800" b="0">
                <a:solidFill>
                  <a:srgbClr val="222222"/>
                </a:solidFill>
                <a:latin typeface="Roboto Medium"/>
                <a:ea typeface="Roboto Medium"/>
                <a:cs typeface="Roboto Medium"/>
              </a:rPr>
              <a:t>AUC còn 0.64–0.68, chưa về được 0.5.</a:t>
            </a:r>
          </a:p>
          <a:p>
            <a:pPr marL="142200" indent="-142200">
              <a:spcBef>
                <a:spcPts val="600"/>
              </a:spcBef>
              <a:spcAft>
                <a:spcPts val="0"/>
              </a:spcAft>
              <a:buClr>
                <a:srgbClr val="C00000"/>
              </a:buClr>
              <a:buFont typeface="Arial"/>
              <a:buChar char="•"/>
            </a:pPr>
            <a:r>
              <a:rPr sz="1800" b="0">
                <a:solidFill>
                  <a:srgbClr val="222222"/>
                </a:solidFill>
                <a:latin typeface="Roboto Medium"/>
                <a:ea typeface="Roboto Medium"/>
                <a:cs typeface="Roboto Medium"/>
              </a:rPr>
              <a:t>Không báo cáo chi phí gọi LLM thêm.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20040" y="64008"/>
            <a:ext cx="9509760" cy="548640"/>
          </a:xfrm>
          <a:prstGeom prst="rect">
            <a:avLst/>
          </a:prstGeom>
          <a:noFill/>
        </p:spPr>
        <p:txBody>
          <a:bodyPr wrap="square" anchor="ctr" lIns="45720" rIns="45720" tIns="18288" bIns="18288"/>
          <a:lstStyle/>
          <a:p>
            <a:pPr>
              <a:spcBef>
                <a:spcPts val="0"/>
              </a:spcBef>
              <a:buNone/>
            </a:pPr>
            <a:r>
              <a:rPr sz="2200" b="1">
                <a:solidFill>
                  <a:srgbClr val="FFFFFF"/>
                </a:solidFill>
                <a:latin typeface="Roboto Black"/>
                <a:ea typeface="Roboto Black"/>
                <a:cs typeface="Roboto Black"/>
              </a:rPr>
              <a:t>TIDE: một agent nói dối thì cả nhóm ra sao?</a:t>
            </a:r>
          </a:p>
        </p:txBody>
      </p:sp>
      <p:sp>
        <p:nvSpPr>
          <p:cNvPr id="3" name="Section"/>
          <p:cNvSpPr txBox="1"/>
          <p:nvPr/>
        </p:nvSpPr>
        <p:spPr>
          <a:xfrm>
            <a:off x="9784080" y="64008"/>
            <a:ext cx="2103120" cy="548640"/>
          </a:xfrm>
          <a:prstGeom prst="rect">
            <a:avLst/>
          </a:prstGeom>
          <a:noFill/>
        </p:spPr>
        <p:txBody>
          <a:bodyPr wrap="square" anchor="ctr" lIns="45720" rIns="45720" tIns="18288" bIns="18288"/>
          <a:lstStyle/>
          <a:p>
            <a:pPr algn="r">
              <a:spcBef>
                <a:spcPts val="0"/>
              </a:spcBef>
              <a:buNone/>
            </a:pPr>
            <a:r>
              <a:rPr sz="1100" b="0">
                <a:solidFill>
                  <a:srgbClr val="B8C6D4"/>
                </a:solidFill>
                <a:latin typeface="Roboto Medium"/>
                <a:ea typeface="Roboto Medium"/>
                <a:cs typeface="Roboto Medium"/>
              </a:rPr>
              <a:t>2. Safety</a:t>
            </a:r>
          </a:p>
        </p:txBody>
      </p:sp>
      <p:sp>
        <p:nvSpPr>
          <p:cNvPr id="4" name="Slide number"/>
          <p:cNvSpPr txBox="1"/>
          <p:nvPr/>
        </p:nvSpPr>
        <p:spPr>
          <a:xfrm>
            <a:off x="11155680" y="6199632"/>
            <a:ext cx="731520" cy="256032"/>
          </a:xfrm>
          <a:prstGeom prst="rect">
            <a:avLst/>
          </a:prstGeom>
          <a:noFill/>
        </p:spPr>
        <p:txBody>
          <a:bodyPr wrap="square" anchor="t" lIns="45720" rIns="45720" tIns="18288" bIns="18288"/>
          <a:lstStyle/>
          <a:p>
            <a:pPr algn="r">
              <a:spcBef>
                <a:spcPts val="0"/>
              </a:spcBef>
              <a:buNone/>
            </a:pPr>
            <a:r>
              <a:rPr sz="1000" b="0">
                <a:solidFill>
                  <a:srgbClr val="666666"/>
                </a:solidFill>
                <a:latin typeface="Roboto Medium"/>
                <a:ea typeface="Roboto Medium"/>
                <a:cs typeface="Roboto Medium"/>
              </a:rPr>
              <a:t>13</a:t>
            </a:r>
          </a:p>
        </p:txBody>
      </p:sp>
      <p:sp>
        <p:nvSpPr>
          <p:cNvPr id="5" name="HUST footer name mask"/>
          <p:cNvSpPr/>
          <p:nvPr/>
        </p:nvSpPr>
        <p:spPr>
          <a:xfrm>
            <a:off x="649224" y="6126480"/>
            <a:ext cx="3273552" cy="5212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HUST footer Vietnamese name"/>
          <p:cNvSpPr txBox="1"/>
          <p:nvPr/>
        </p:nvSpPr>
        <p:spPr>
          <a:xfrm>
            <a:off x="667512" y="6135624"/>
            <a:ext cx="3236976" cy="256032"/>
          </a:xfrm>
          <a:prstGeom prst="rect">
            <a:avLst/>
          </a:prstGeom>
          <a:noFill/>
        </p:spPr>
        <p:txBody>
          <a:bodyPr wrap="square" anchor="t" lIns="0" rIns="0" tIns="0" bIns="0"/>
          <a:lstStyle/>
          <a:p>
            <a:pPr>
              <a:spcBef>
                <a:spcPts val="0"/>
              </a:spcBef>
              <a:buNone/>
            </a:pPr>
            <a:r>
              <a:rPr sz="1688" b="1">
                <a:solidFill>
                  <a:srgbClr val="3F3F3F"/>
                </a:solidFill>
                <a:latin typeface="Roboto Black"/>
                <a:ea typeface="Roboto Black"/>
                <a:cs typeface="Roboto Black"/>
              </a:rPr>
              <a:t>ĐẠI HỌC BÁCH KHOA HÀ NỘI</a:t>
            </a:r>
          </a:p>
        </p:txBody>
      </p:sp>
      <p:sp>
        <p:nvSpPr>
          <p:cNvPr id="7" name="HUST footer English name"/>
          <p:cNvSpPr txBox="1"/>
          <p:nvPr/>
        </p:nvSpPr>
        <p:spPr>
          <a:xfrm>
            <a:off x="667512" y="6391656"/>
            <a:ext cx="3236976" cy="219456"/>
          </a:xfrm>
          <a:prstGeom prst="rect">
            <a:avLst/>
          </a:prstGeom>
          <a:noFill/>
        </p:spPr>
        <p:txBody>
          <a:bodyPr wrap="square" anchor="t" lIns="0" rIns="0" tIns="0" bIns="0"/>
          <a:lstStyle/>
          <a:p>
            <a:pPr>
              <a:spcBef>
                <a:spcPts val="0"/>
              </a:spcBef>
              <a:buNone/>
            </a:pPr>
            <a:r>
              <a:rPr sz="1000" b="0">
                <a:solidFill>
                  <a:srgbClr val="3F3F3F"/>
                </a:solidFill>
                <a:latin typeface="Roboto Medium"/>
                <a:ea typeface="Roboto Medium"/>
                <a:cs typeface="Roboto Medium"/>
              </a:rPr>
              <a:t>HANOI UNIVERSITY OF SCIENCE AND TECHNOLOGY</a:t>
            </a:r>
          </a:p>
        </p:txBody>
      </p:sp>
      <p:sp>
        <p:nvSpPr>
          <p:cNvPr id="21" name="TextBox 21"/>
          <p:cNvSpPr txBox="1"/>
          <p:nvPr/>
        </p:nvSpPr>
        <p:spPr>
          <a:xfrm>
            <a:off x="411480" y="868680"/>
            <a:ext cx="11365992" cy="548640"/>
          </a:xfrm>
          <a:prstGeom prst="rect">
            <a:avLst/>
          </a:prstGeom>
          <a:noFill/>
        </p:spPr>
        <p:txBody>
          <a:bodyPr wrap="square" anchor="t" lIns="45720" rIns="45720" tIns="18288" bIns="18288"/>
          <a:lstStyle/>
          <a:p>
            <a:pPr>
              <a:spcBef>
                <a:spcPts val="0"/>
              </a:spcBef>
              <a:spcAft>
                <a:spcPts val="0"/>
              </a:spcAft>
              <a:buNone/>
            </a:pPr>
            <a:r>
              <a:rPr sz="1850" b="0">
                <a:solidFill>
                  <a:srgbClr val="222222"/>
                </a:solidFill>
                <a:latin typeface="Roboto Medium"/>
                <a:ea typeface="Roboto Medium"/>
                <a:cs typeface="Roboto Medium"/>
              </a:rPr>
              <a:t xml:space="preserve">Thí nghiệm: một đồ vật được chuyển qua nhiều chỗ; </a:t>
            </a:r>
            <a:r>
              <a:rPr sz="1850" b="0" i="1">
                <a:solidFill>
                  <a:srgbClr val="222222"/>
                </a:solidFill>
                <a:latin typeface="Roboto Medium"/>
                <a:ea typeface="Roboto Medium"/>
                <a:cs typeface="Roboto Medium"/>
              </a:rPr>
              <a:t>mỗi agent chỉ thấy một đoạn</a:t>
            </a:r>
            <a:r>
              <a:rPr sz="1850" b="0">
                <a:solidFill>
                  <a:srgbClr val="222222"/>
                </a:solidFill>
                <a:latin typeface="Roboto Medium"/>
                <a:ea typeface="Roboto Medium"/>
                <a:cs typeface="Roboto Medium"/>
              </a:rPr>
              <a:t>, gộp lại mới biết vị trí cuối.</a:t>
            </a:r>
          </a:p>
        </p:txBody>
      </p:sp>
      <p:sp>
        <p:nvSpPr>
          <p:cNvPr id="22" name="Shape 22"/>
          <p:cNvSpPr/>
          <p:nvPr/>
        </p:nvSpPr>
        <p:spPr>
          <a:xfrm>
            <a:off x="411480" y="1600200"/>
            <a:ext cx="1874520" cy="777240"/>
          </a:xfrm>
          <a:prstGeom prst="roundRect">
            <a:avLst>
              <a:gd name="adj" fmla="val 8000"/>
            </a:avLst>
          </a:prstGeom>
          <a:solidFill>
            <a:srgbClr val="F3F6FB"/>
          </a:solidFill>
          <a:ln w="12700">
            <a:solidFill>
              <a:srgbClr val="003366"/>
            </a:solidFill>
          </a:ln>
          <a:effectLst/>
        </p:spPr>
        <p:txBody>
          <a:bodyPr wrap="square" rtlCol="0" anchor="ctr" lIns="73152" rIns="73152" tIns="36576" bIns="36576"/>
          <a:lstStyle/>
          <a:p>
            <a:pPr algn="ctr">
              <a:spcBef>
                <a:spcPts val="0"/>
              </a:spcBef>
              <a:spcAft>
                <a:spcPts val="0"/>
              </a:spcAft>
              <a:buNone/>
            </a:pPr>
            <a:r>
              <a:rPr sz="1850" b="1">
                <a:solidFill>
                  <a:srgbClr val="003366"/>
                </a:solidFill>
                <a:latin typeface="Roboto Black"/>
                <a:ea typeface="Roboto Black"/>
                <a:cs typeface="Roboto Black"/>
              </a:rPr>
              <a:t>l₀</a:t>
            </a:r>
          </a:p>
        </p:txBody>
      </p:sp>
      <p:cxnSp>
        <p:nvCxnSpPr>
          <p:cNvPr id="23" name="Connector 23"/>
          <p:cNvCxnSpPr/>
          <p:nvPr/>
        </p:nvCxnSpPr>
        <p:spPr>
          <a:xfrm>
            <a:off x="2322576" y="1988820"/>
            <a:ext cx="425196" cy="0"/>
          </a:xfrm>
          <a:prstGeom prst="straightConnector1">
            <a:avLst/>
          </a:prstGeom>
          <a:ln w="22225">
            <a:solidFill>
              <a:srgbClr val="003366"/>
            </a:solidFill>
            <a:tailEnd type="triangle" w="med" len="med"/>
          </a:ln>
        </p:spPr>
      </p:cxnSp>
      <p:sp>
        <p:nvSpPr>
          <p:cNvPr id="24" name="Shape 24"/>
          <p:cNvSpPr/>
          <p:nvPr/>
        </p:nvSpPr>
        <p:spPr>
          <a:xfrm>
            <a:off x="2784348" y="1600200"/>
            <a:ext cx="1874520" cy="777240"/>
          </a:xfrm>
          <a:prstGeom prst="roundRect">
            <a:avLst>
              <a:gd name="adj" fmla="val 8000"/>
            </a:avLst>
          </a:prstGeom>
          <a:solidFill>
            <a:srgbClr val="F3F6FB"/>
          </a:solidFill>
          <a:ln w="12700">
            <a:solidFill>
              <a:srgbClr val="003366"/>
            </a:solidFill>
          </a:ln>
          <a:effectLst/>
        </p:spPr>
        <p:txBody>
          <a:bodyPr wrap="square" rtlCol="0" anchor="ctr" lIns="73152" rIns="73152" tIns="36576" bIns="36576"/>
          <a:lstStyle/>
          <a:p>
            <a:pPr algn="ctr">
              <a:spcBef>
                <a:spcPts val="0"/>
              </a:spcBef>
              <a:spcAft>
                <a:spcPts val="0"/>
              </a:spcAft>
              <a:buNone/>
            </a:pPr>
            <a:r>
              <a:rPr sz="1850" b="1">
                <a:solidFill>
                  <a:srgbClr val="003366"/>
                </a:solidFill>
                <a:latin typeface="Roboto Black"/>
                <a:ea typeface="Roboto Black"/>
                <a:cs typeface="Roboto Black"/>
              </a:rPr>
              <a:t>l₁</a:t>
            </a:r>
          </a:p>
        </p:txBody>
      </p:sp>
      <p:cxnSp>
        <p:nvCxnSpPr>
          <p:cNvPr id="25" name="Connector 25"/>
          <p:cNvCxnSpPr/>
          <p:nvPr/>
        </p:nvCxnSpPr>
        <p:spPr>
          <a:xfrm>
            <a:off x="4695444" y="1988820"/>
            <a:ext cx="425196" cy="0"/>
          </a:xfrm>
          <a:prstGeom prst="straightConnector1">
            <a:avLst/>
          </a:prstGeom>
          <a:ln w="22225">
            <a:solidFill>
              <a:srgbClr val="003366"/>
            </a:solidFill>
            <a:tailEnd type="triangle" w="med" len="med"/>
          </a:ln>
        </p:spPr>
      </p:cxnSp>
      <p:sp>
        <p:nvSpPr>
          <p:cNvPr id="26" name="Shape 26"/>
          <p:cNvSpPr/>
          <p:nvPr/>
        </p:nvSpPr>
        <p:spPr>
          <a:xfrm>
            <a:off x="5157216" y="1600200"/>
            <a:ext cx="1874520" cy="777240"/>
          </a:xfrm>
          <a:prstGeom prst="roundRect">
            <a:avLst>
              <a:gd name="adj" fmla="val 8000"/>
            </a:avLst>
          </a:prstGeom>
          <a:solidFill>
            <a:srgbClr val="F3F6FB"/>
          </a:solidFill>
          <a:ln w="12700">
            <a:solidFill>
              <a:srgbClr val="003366"/>
            </a:solidFill>
          </a:ln>
          <a:effectLst/>
        </p:spPr>
        <p:txBody>
          <a:bodyPr wrap="square" rtlCol="0" anchor="ctr" lIns="73152" rIns="73152" tIns="36576" bIns="36576"/>
          <a:lstStyle/>
          <a:p>
            <a:pPr algn="ctr">
              <a:spcBef>
                <a:spcPts val="0"/>
              </a:spcBef>
              <a:spcAft>
                <a:spcPts val="0"/>
              </a:spcAft>
              <a:buNone/>
            </a:pPr>
            <a:r>
              <a:rPr sz="1850" b="1">
                <a:solidFill>
                  <a:srgbClr val="003366"/>
                </a:solidFill>
                <a:latin typeface="Roboto Black"/>
                <a:ea typeface="Roboto Black"/>
                <a:cs typeface="Roboto Black"/>
              </a:rPr>
              <a:t>…</a:t>
            </a:r>
          </a:p>
        </p:txBody>
      </p:sp>
      <p:cxnSp>
        <p:nvCxnSpPr>
          <p:cNvPr id="27" name="Connector 27"/>
          <p:cNvCxnSpPr/>
          <p:nvPr/>
        </p:nvCxnSpPr>
        <p:spPr>
          <a:xfrm>
            <a:off x="7068312" y="1988820"/>
            <a:ext cx="425196" cy="0"/>
          </a:xfrm>
          <a:prstGeom prst="straightConnector1">
            <a:avLst/>
          </a:prstGeom>
          <a:ln w="22225">
            <a:solidFill>
              <a:srgbClr val="003366"/>
            </a:solidFill>
            <a:tailEnd type="triangle" w="med" len="med"/>
          </a:ln>
        </p:spPr>
      </p:cxnSp>
      <p:sp>
        <p:nvSpPr>
          <p:cNvPr id="28" name="Shape 28"/>
          <p:cNvSpPr/>
          <p:nvPr/>
        </p:nvSpPr>
        <p:spPr>
          <a:xfrm>
            <a:off x="7530084" y="1600200"/>
            <a:ext cx="1874520" cy="777240"/>
          </a:xfrm>
          <a:prstGeom prst="roundRect">
            <a:avLst>
              <a:gd name="adj" fmla="val 8000"/>
            </a:avLst>
          </a:prstGeom>
          <a:solidFill>
            <a:srgbClr val="FCF4F4"/>
          </a:solidFill>
          <a:ln w="15875">
            <a:solidFill>
              <a:srgbClr val="C00000"/>
            </a:solidFill>
          </a:ln>
          <a:effectLst/>
        </p:spPr>
        <p:txBody>
          <a:bodyPr wrap="square" rtlCol="0" anchor="ctr" lIns="73152" rIns="73152" tIns="36576" bIns="36576"/>
          <a:lstStyle/>
          <a:p>
            <a:pPr algn="ctr">
              <a:spcBef>
                <a:spcPts val="0"/>
              </a:spcBef>
              <a:spcAft>
                <a:spcPts val="0"/>
              </a:spcAft>
              <a:buNone/>
            </a:pPr>
            <a:r>
              <a:rPr sz="1700" b="1">
                <a:solidFill>
                  <a:srgbClr val="C00000"/>
                </a:solidFill>
                <a:latin typeface="Roboto Black"/>
                <a:ea typeface="Roboto Black"/>
                <a:cs typeface="Roboto Black"/>
              </a:rPr>
              <a:t>lₘ₋₁ (mồi)</a:t>
            </a:r>
          </a:p>
        </p:txBody>
      </p:sp>
      <p:cxnSp>
        <p:nvCxnSpPr>
          <p:cNvPr id="29" name="Connector 29"/>
          <p:cNvCxnSpPr/>
          <p:nvPr/>
        </p:nvCxnSpPr>
        <p:spPr>
          <a:xfrm>
            <a:off x="9441180" y="1988820"/>
            <a:ext cx="425196" cy="0"/>
          </a:xfrm>
          <a:prstGeom prst="straightConnector1">
            <a:avLst/>
          </a:prstGeom>
          <a:ln w="22225">
            <a:solidFill>
              <a:srgbClr val="003366"/>
            </a:solidFill>
            <a:tailEnd type="triangle" w="med" len="med"/>
          </a:ln>
        </p:spPr>
      </p:cxnSp>
      <p:sp>
        <p:nvSpPr>
          <p:cNvPr id="30" name="Shape 30"/>
          <p:cNvSpPr/>
          <p:nvPr/>
        </p:nvSpPr>
        <p:spPr>
          <a:xfrm>
            <a:off x="9902952" y="1600200"/>
            <a:ext cx="1874520" cy="777240"/>
          </a:xfrm>
          <a:prstGeom prst="roundRect">
            <a:avLst>
              <a:gd name="adj" fmla="val 8000"/>
            </a:avLst>
          </a:prstGeom>
          <a:solidFill>
            <a:srgbClr val="003366"/>
          </a:solidFill>
          <a:ln>
            <a:noFill/>
          </a:ln>
          <a:effectLst/>
        </p:spPr>
        <p:txBody>
          <a:bodyPr wrap="square" rtlCol="0" anchor="ctr" lIns="73152" rIns="73152" tIns="36576" bIns="36576"/>
          <a:lstStyle/>
          <a:p>
            <a:pPr algn="ctr">
              <a:spcBef>
                <a:spcPts val="0"/>
              </a:spcBef>
              <a:spcAft>
                <a:spcPts val="0"/>
              </a:spcAft>
              <a:buNone/>
            </a:pPr>
            <a:r>
              <a:rPr sz="1700" b="1">
                <a:solidFill>
                  <a:srgbClr val="FFFFFF"/>
                </a:solidFill>
                <a:latin typeface="Roboto Black"/>
                <a:ea typeface="Roboto Black"/>
                <a:cs typeface="Roboto Black"/>
              </a:rPr>
              <a:t>lₘ (đúng)</a:t>
            </a:r>
          </a:p>
        </p:txBody>
      </p:sp>
      <p:sp>
        <p:nvSpPr>
          <p:cNvPr id="31" name="Card 31"/>
          <p:cNvSpPr/>
          <p:nvPr/>
        </p:nvSpPr>
        <p:spPr>
          <a:xfrm>
            <a:off x="411480" y="2697480"/>
            <a:ext cx="5545836" cy="1737360"/>
          </a:xfrm>
          <a:prstGeom prst="rect">
            <a:avLst/>
          </a:prstGeom>
          <a:solidFill>
            <a:srgbClr val="F3F6FB"/>
          </a:solidFill>
          <a:ln w="9525">
            <a:solidFill>
              <a:srgbClr val="CFDAE8"/>
            </a:solidFill>
          </a:ln>
          <a:effectLst/>
        </p:spPr>
        <p:txBody>
          <a:bodyPr wrap="square" rtlCol="0" anchor="ctr" lIns="73152" rIns="73152" tIns="36576" bIns="36576"/>
          <a:lstStyle/>
          <a:p/>
        </p:txBody>
      </p:sp>
      <p:sp>
        <p:nvSpPr>
          <p:cNvPr id="32" name="Card bar 32"/>
          <p:cNvSpPr/>
          <p:nvPr/>
        </p:nvSpPr>
        <p:spPr>
          <a:xfrm>
            <a:off x="411480" y="2697480"/>
            <a:ext cx="5545836" cy="54864"/>
          </a:xfrm>
          <a:prstGeom prst="rect">
            <a:avLst/>
          </a:prstGeom>
          <a:solidFill>
            <a:srgbClr val="003366"/>
          </a:solidFill>
          <a:ln>
            <a:noFill/>
          </a:ln>
          <a:effectLst/>
        </p:spPr>
        <p:txBody>
          <a:bodyPr wrap="square" rtlCol="0" anchor="ctr" lIns="73152" rIns="73152" tIns="36576" bIns="36576"/>
          <a:lstStyle/>
          <a:p/>
        </p:txBody>
      </p:sp>
      <p:sp>
        <p:nvSpPr>
          <p:cNvPr id="33" name="TextBox 33"/>
          <p:cNvSpPr txBox="1"/>
          <p:nvPr/>
        </p:nvSpPr>
        <p:spPr>
          <a:xfrm>
            <a:off x="548640" y="2788920"/>
            <a:ext cx="5271516" cy="1600200"/>
          </a:xfrm>
          <a:prstGeom prst="rect">
            <a:avLst/>
          </a:prstGeom>
          <a:noFill/>
        </p:spPr>
        <p:txBody>
          <a:bodyPr wrap="square" anchor="t" lIns="45720" rIns="45720" tIns="18288" bIns="18288"/>
          <a:lstStyle/>
          <a:p>
            <a:pPr>
              <a:spcBef>
                <a:spcPts val="0"/>
              </a:spcBef>
              <a:spcAft>
                <a:spcPts val="0"/>
              </a:spcAft>
              <a:buNone/>
            </a:pPr>
            <a:r>
              <a:rPr sz="1950" b="1">
                <a:solidFill>
                  <a:srgbClr val="003366"/>
                </a:solidFill>
                <a:latin typeface="Roboto Black"/>
                <a:ea typeface="Roboto Black"/>
                <a:cs typeface="Roboto Black"/>
              </a:rPr>
              <a:t>C0: cả nhóm trung thực</a:t>
            </a:r>
          </a:p>
          <a:p>
            <a:pPr>
              <a:spcBef>
                <a:spcPts val="400"/>
              </a:spcBef>
              <a:spcAft>
                <a:spcPts val="0"/>
              </a:spcAft>
              <a:buNone/>
            </a:pPr>
            <a:r>
              <a:rPr sz="1700" b="0">
                <a:solidFill>
                  <a:srgbClr val="222222"/>
                </a:solidFill>
                <a:latin typeface="Roboto Medium"/>
                <a:ea typeface="Roboto Medium"/>
                <a:cs typeface="Roboto Medium"/>
              </a:rPr>
              <a:t>5 agent chia sẻ những gì mình thấy, thảo luận 3 vòng rồi bỏ phiếu.</a:t>
            </a:r>
          </a:p>
        </p:txBody>
      </p:sp>
      <p:sp>
        <p:nvSpPr>
          <p:cNvPr id="34" name="Card 34"/>
          <p:cNvSpPr/>
          <p:nvPr/>
        </p:nvSpPr>
        <p:spPr>
          <a:xfrm>
            <a:off x="6231636" y="2697480"/>
            <a:ext cx="5545836" cy="1737360"/>
          </a:xfrm>
          <a:prstGeom prst="rect">
            <a:avLst/>
          </a:prstGeom>
          <a:solidFill>
            <a:srgbClr val="FCF4F4"/>
          </a:solidFill>
          <a:ln w="9525">
            <a:solidFill>
              <a:srgbClr val="EBCBCB"/>
            </a:solidFill>
          </a:ln>
          <a:effectLst/>
        </p:spPr>
        <p:txBody>
          <a:bodyPr wrap="square" rtlCol="0" anchor="ctr" lIns="73152" rIns="73152" tIns="36576" bIns="36576"/>
          <a:lstStyle/>
          <a:p/>
        </p:txBody>
      </p:sp>
      <p:sp>
        <p:nvSpPr>
          <p:cNvPr id="35" name="Card bar 35"/>
          <p:cNvSpPr/>
          <p:nvPr/>
        </p:nvSpPr>
        <p:spPr>
          <a:xfrm>
            <a:off x="6231636" y="2697480"/>
            <a:ext cx="5545836" cy="54864"/>
          </a:xfrm>
          <a:prstGeom prst="rect">
            <a:avLst/>
          </a:prstGeom>
          <a:solidFill>
            <a:srgbClr val="C00000"/>
          </a:solidFill>
          <a:ln>
            <a:noFill/>
          </a:ln>
          <a:effectLst/>
        </p:spPr>
        <p:txBody>
          <a:bodyPr wrap="square" rtlCol="0" anchor="ctr" lIns="73152" rIns="73152" tIns="36576" bIns="36576"/>
          <a:lstStyle/>
          <a:p/>
        </p:txBody>
      </p:sp>
      <p:sp>
        <p:nvSpPr>
          <p:cNvPr id="36" name="TextBox 36"/>
          <p:cNvSpPr txBox="1"/>
          <p:nvPr/>
        </p:nvSpPr>
        <p:spPr>
          <a:xfrm>
            <a:off x="6368796" y="2788920"/>
            <a:ext cx="5271516" cy="1600200"/>
          </a:xfrm>
          <a:prstGeom prst="rect">
            <a:avLst/>
          </a:prstGeom>
          <a:noFill/>
        </p:spPr>
        <p:txBody>
          <a:bodyPr wrap="square" anchor="t" lIns="45720" rIns="45720" tIns="18288" bIns="18288"/>
          <a:lstStyle/>
          <a:p>
            <a:pPr>
              <a:spcBef>
                <a:spcPts val="0"/>
              </a:spcBef>
              <a:spcAft>
                <a:spcPts val="0"/>
              </a:spcAft>
              <a:buNone/>
            </a:pPr>
            <a:r>
              <a:rPr sz="1950" b="1">
                <a:solidFill>
                  <a:srgbClr val="C00000"/>
                </a:solidFill>
                <a:latin typeface="Roboto Black"/>
                <a:ea typeface="Roboto Black"/>
                <a:cs typeface="Roboto Black"/>
              </a:rPr>
              <a:t>C1: một agent nói dối</a:t>
            </a:r>
          </a:p>
          <a:p>
            <a:pPr>
              <a:spcBef>
                <a:spcPts val="400"/>
              </a:spcBef>
              <a:spcAft>
                <a:spcPts val="0"/>
              </a:spcAft>
              <a:buNone/>
            </a:pPr>
            <a:r>
              <a:rPr sz="1700" b="0">
                <a:solidFill>
                  <a:srgbClr val="222222"/>
                </a:solidFill>
                <a:latin typeface="Roboto Medium"/>
                <a:ea typeface="Roboto Medium"/>
                <a:cs typeface="Roboto Medium"/>
              </a:rPr>
              <a:t>Agent thấy bước cuối cố tình kéo nhóm về đáp án mồi lₘ₋₁.</a:t>
            </a:r>
          </a:p>
        </p:txBody>
      </p:sp>
      <p:sp>
        <p:nvSpPr>
          <p:cNvPr id="37" name="Shape 37"/>
          <p:cNvSpPr/>
          <p:nvPr/>
        </p:nvSpPr>
        <p:spPr>
          <a:xfrm>
            <a:off x="411480" y="4663440"/>
            <a:ext cx="11365992" cy="1234440"/>
          </a:xfrm>
          <a:prstGeom prst="rect">
            <a:avLst/>
          </a:prstGeom>
          <a:solidFill>
            <a:srgbClr val="EEF3FA"/>
          </a:solidFill>
          <a:ln>
            <a:noFill/>
          </a:ln>
          <a:effectLst/>
        </p:spPr>
        <p:txBody>
          <a:bodyPr wrap="square" rtlCol="0" anchor="ctr" lIns="182880" rIns="182880" tIns="91440" bIns="91440"/>
          <a:lstStyle/>
          <a:p>
            <a:pPr>
              <a:spcBef>
                <a:spcPts val="0"/>
              </a:spcBef>
              <a:spcAft>
                <a:spcPts val="0"/>
              </a:spcAft>
              <a:buNone/>
            </a:pPr>
            <a:r>
              <a:rPr sz="1850" b="1">
                <a:solidFill>
                  <a:srgbClr val="003366"/>
                </a:solidFill>
                <a:latin typeface="Roboto Black"/>
                <a:ea typeface="Roboto Black"/>
                <a:cs typeface="Roboto Black"/>
              </a:rPr>
              <a:t>Câu hỏi:</a:t>
            </a:r>
            <a:r>
              <a:rPr sz="1850" b="0">
                <a:solidFill>
                  <a:srgbClr val="222222"/>
                </a:solidFill>
                <a:latin typeface="Roboto Medium"/>
                <a:ea typeface="Roboto Medium"/>
                <a:cs typeface="Roboto Medium"/>
              </a:rPr>
              <a:t xml:space="preserve"> chỉ một agent nói dối thì cả nhóm có còn tìm ra sự thật? Thảo luận có giúp sửa sai không?</a:t>
            </a:r>
          </a:p>
          <a:p>
            <a:pPr>
              <a:spcBef>
                <a:spcPts val="300"/>
              </a:spcBef>
              <a:spcAft>
                <a:spcPts val="0"/>
              </a:spcAft>
              <a:buNone/>
            </a:pPr>
            <a:r>
              <a:rPr sz="1550" b="0">
                <a:solidFill>
                  <a:srgbClr val="666666"/>
                </a:solidFill>
                <a:latin typeface="Roboto Medium"/>
                <a:ea typeface="Roboto Medium"/>
                <a:cs typeface="Roboto Medium"/>
              </a:rPr>
              <a:t>120 câu chuyện · 3 model: GPT-5.5, DeepSeek-v4-pro, Grok-4.5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20040" y="64008"/>
            <a:ext cx="9509760" cy="548640"/>
          </a:xfrm>
          <a:prstGeom prst="rect">
            <a:avLst/>
          </a:prstGeom>
          <a:noFill/>
        </p:spPr>
        <p:txBody>
          <a:bodyPr wrap="square" anchor="ctr" lIns="45720" rIns="45720" tIns="18288" bIns="18288"/>
          <a:lstStyle/>
          <a:p>
            <a:pPr>
              <a:spcBef>
                <a:spcPts val="0"/>
              </a:spcBef>
              <a:buNone/>
            </a:pPr>
            <a:r>
              <a:rPr sz="2200" b="1">
                <a:solidFill>
                  <a:srgbClr val="FFFFFF"/>
                </a:solidFill>
                <a:latin typeface="Roboto Black"/>
                <a:ea typeface="Roboto Black"/>
                <a:cs typeface="Roboto Black"/>
              </a:rPr>
              <a:t>TIDE: thông tin sai thắng thông tin đúng</a:t>
            </a:r>
          </a:p>
        </p:txBody>
      </p:sp>
      <p:sp>
        <p:nvSpPr>
          <p:cNvPr id="3" name="Section"/>
          <p:cNvSpPr txBox="1"/>
          <p:nvPr/>
        </p:nvSpPr>
        <p:spPr>
          <a:xfrm>
            <a:off x="9784080" y="64008"/>
            <a:ext cx="2103120" cy="548640"/>
          </a:xfrm>
          <a:prstGeom prst="rect">
            <a:avLst/>
          </a:prstGeom>
          <a:noFill/>
        </p:spPr>
        <p:txBody>
          <a:bodyPr wrap="square" anchor="ctr" lIns="45720" rIns="45720" tIns="18288" bIns="18288"/>
          <a:lstStyle/>
          <a:p>
            <a:pPr algn="r">
              <a:spcBef>
                <a:spcPts val="0"/>
              </a:spcBef>
              <a:buNone/>
            </a:pPr>
            <a:r>
              <a:rPr sz="1100" b="0">
                <a:solidFill>
                  <a:srgbClr val="B8C6D4"/>
                </a:solidFill>
                <a:latin typeface="Roboto Medium"/>
                <a:ea typeface="Roboto Medium"/>
                <a:cs typeface="Roboto Medium"/>
              </a:rPr>
              <a:t>2. Safety</a:t>
            </a:r>
          </a:p>
        </p:txBody>
      </p:sp>
      <p:sp>
        <p:nvSpPr>
          <p:cNvPr id="4" name="Slide number"/>
          <p:cNvSpPr txBox="1"/>
          <p:nvPr/>
        </p:nvSpPr>
        <p:spPr>
          <a:xfrm>
            <a:off x="11155680" y="6199632"/>
            <a:ext cx="731520" cy="256032"/>
          </a:xfrm>
          <a:prstGeom prst="rect">
            <a:avLst/>
          </a:prstGeom>
          <a:noFill/>
        </p:spPr>
        <p:txBody>
          <a:bodyPr wrap="square" anchor="t" lIns="45720" rIns="45720" tIns="18288" bIns="18288"/>
          <a:lstStyle/>
          <a:p>
            <a:pPr algn="r">
              <a:spcBef>
                <a:spcPts val="0"/>
              </a:spcBef>
              <a:buNone/>
            </a:pPr>
            <a:r>
              <a:rPr sz="1000" b="0">
                <a:solidFill>
                  <a:srgbClr val="666666"/>
                </a:solidFill>
                <a:latin typeface="Roboto Medium"/>
                <a:ea typeface="Roboto Medium"/>
                <a:cs typeface="Roboto Medium"/>
              </a:rPr>
              <a:t>14</a:t>
            </a:r>
          </a:p>
        </p:txBody>
      </p:sp>
      <p:sp>
        <p:nvSpPr>
          <p:cNvPr id="5" name="HUST footer name mask"/>
          <p:cNvSpPr/>
          <p:nvPr/>
        </p:nvSpPr>
        <p:spPr>
          <a:xfrm>
            <a:off x="649224" y="6126480"/>
            <a:ext cx="3273552" cy="5212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HUST footer Vietnamese name"/>
          <p:cNvSpPr txBox="1"/>
          <p:nvPr/>
        </p:nvSpPr>
        <p:spPr>
          <a:xfrm>
            <a:off x="667512" y="6135624"/>
            <a:ext cx="3236976" cy="256032"/>
          </a:xfrm>
          <a:prstGeom prst="rect">
            <a:avLst/>
          </a:prstGeom>
          <a:noFill/>
        </p:spPr>
        <p:txBody>
          <a:bodyPr wrap="square" anchor="t" lIns="0" rIns="0" tIns="0" bIns="0"/>
          <a:lstStyle/>
          <a:p>
            <a:pPr>
              <a:spcBef>
                <a:spcPts val="0"/>
              </a:spcBef>
              <a:buNone/>
            </a:pPr>
            <a:r>
              <a:rPr sz="1688" b="1">
                <a:solidFill>
                  <a:srgbClr val="3F3F3F"/>
                </a:solidFill>
                <a:latin typeface="Roboto Black"/>
                <a:ea typeface="Roboto Black"/>
                <a:cs typeface="Roboto Black"/>
              </a:rPr>
              <a:t>ĐẠI HỌC BÁCH KHOA HÀ NỘI</a:t>
            </a:r>
          </a:p>
        </p:txBody>
      </p:sp>
      <p:sp>
        <p:nvSpPr>
          <p:cNvPr id="7" name="HUST footer English name"/>
          <p:cNvSpPr txBox="1"/>
          <p:nvPr/>
        </p:nvSpPr>
        <p:spPr>
          <a:xfrm>
            <a:off x="667512" y="6391656"/>
            <a:ext cx="3236976" cy="219456"/>
          </a:xfrm>
          <a:prstGeom prst="rect">
            <a:avLst/>
          </a:prstGeom>
          <a:noFill/>
        </p:spPr>
        <p:txBody>
          <a:bodyPr wrap="square" anchor="t" lIns="0" rIns="0" tIns="0" bIns="0"/>
          <a:lstStyle/>
          <a:p>
            <a:pPr>
              <a:spcBef>
                <a:spcPts val="0"/>
              </a:spcBef>
              <a:buNone/>
            </a:pPr>
            <a:r>
              <a:rPr sz="1000" b="0">
                <a:solidFill>
                  <a:srgbClr val="3F3F3F"/>
                </a:solidFill>
                <a:latin typeface="Roboto Medium"/>
                <a:ea typeface="Roboto Medium"/>
                <a:cs typeface="Roboto Medium"/>
              </a:rPr>
              <a:t>HANOI UNIVERSITY OF SCIENCE AND TECHNOLOGY</a:t>
            </a:r>
          </a:p>
        </p:txBody>
      </p:sp>
      <p:sp>
        <p:nvSpPr>
          <p:cNvPr id="21" name="Card 21"/>
          <p:cNvSpPr/>
          <p:nvPr/>
        </p:nvSpPr>
        <p:spPr>
          <a:xfrm>
            <a:off x="411480" y="914400"/>
            <a:ext cx="3605784" cy="2286000"/>
          </a:xfrm>
          <a:prstGeom prst="rect">
            <a:avLst/>
          </a:prstGeom>
          <a:solidFill>
            <a:srgbClr val="F3F6FB"/>
          </a:solidFill>
          <a:ln w="9525">
            <a:solidFill>
              <a:srgbClr val="CFDAE8"/>
            </a:solidFill>
          </a:ln>
          <a:effectLst/>
        </p:spPr>
        <p:txBody>
          <a:bodyPr wrap="square" rtlCol="0" anchor="ctr" lIns="73152" rIns="73152" tIns="36576" bIns="36576"/>
          <a:lstStyle/>
          <a:p/>
        </p:txBody>
      </p:sp>
      <p:sp>
        <p:nvSpPr>
          <p:cNvPr id="22" name="Card bar 22"/>
          <p:cNvSpPr/>
          <p:nvPr/>
        </p:nvSpPr>
        <p:spPr>
          <a:xfrm>
            <a:off x="411480" y="914400"/>
            <a:ext cx="3605784" cy="54864"/>
          </a:xfrm>
          <a:prstGeom prst="rect">
            <a:avLst/>
          </a:prstGeom>
          <a:solidFill>
            <a:srgbClr val="003366"/>
          </a:solidFill>
          <a:ln>
            <a:noFill/>
          </a:ln>
          <a:effectLst/>
        </p:spPr>
        <p:txBody>
          <a:bodyPr wrap="square" rtlCol="0" anchor="ctr" lIns="73152" rIns="73152" tIns="36576" bIns="36576"/>
          <a:lstStyle/>
          <a:p/>
        </p:txBody>
      </p:sp>
      <p:sp>
        <p:nvSpPr>
          <p:cNvPr id="23" name="TextBox 23"/>
          <p:cNvSpPr txBox="1"/>
          <p:nvPr/>
        </p:nvSpPr>
        <p:spPr>
          <a:xfrm>
            <a:off x="548640" y="1097280"/>
            <a:ext cx="3331464" cy="868680"/>
          </a:xfrm>
          <a:prstGeom prst="rect">
            <a:avLst/>
          </a:prstGeom>
          <a:noFill/>
        </p:spPr>
        <p:txBody>
          <a:bodyPr wrap="square" anchor="ctr" lIns="45720" rIns="45720" tIns="18288" bIns="18288"/>
          <a:lstStyle/>
          <a:p>
            <a:pPr algn="ctr">
              <a:spcBef>
                <a:spcPts val="0"/>
              </a:spcBef>
              <a:spcAft>
                <a:spcPts val="0"/>
              </a:spcAft>
              <a:buNone/>
            </a:pPr>
            <a:r>
              <a:rPr sz="3100" b="1">
                <a:solidFill>
                  <a:srgbClr val="003366"/>
                </a:solidFill>
                <a:latin typeface="Roboto Black"/>
                <a:ea typeface="Roboto Black"/>
                <a:cs typeface="Roboto Black"/>
              </a:rPr>
              <a:t xml:space="preserve">72.5% → </a:t>
            </a:r>
            <a:r>
              <a:rPr sz="3100" b="1">
                <a:solidFill>
                  <a:srgbClr val="C00000"/>
                </a:solidFill>
                <a:latin typeface="Roboto Black"/>
                <a:ea typeface="Roboto Black"/>
                <a:cs typeface="Roboto Black"/>
              </a:rPr>
              <a:t>14.2%</a:t>
            </a:r>
          </a:p>
        </p:txBody>
      </p:sp>
      <p:sp>
        <p:nvSpPr>
          <p:cNvPr id="24" name="TextBox 24"/>
          <p:cNvSpPr txBox="1"/>
          <p:nvPr/>
        </p:nvSpPr>
        <p:spPr>
          <a:xfrm>
            <a:off x="548640" y="1965960"/>
            <a:ext cx="3331464" cy="1143000"/>
          </a:xfrm>
          <a:prstGeom prst="rect">
            <a:avLst/>
          </a:prstGeom>
          <a:noFill/>
        </p:spPr>
        <p:txBody>
          <a:bodyPr wrap="square" anchor="t" lIns="45720" rIns="45720" tIns="18288" bIns="18288"/>
          <a:lstStyle/>
          <a:p>
            <a:pPr algn="ctr">
              <a:spcBef>
                <a:spcPts val="0"/>
              </a:spcBef>
              <a:spcAft>
                <a:spcPts val="0"/>
              </a:spcAft>
              <a:buNone/>
            </a:pPr>
            <a:r>
              <a:rPr sz="1650" b="0">
                <a:solidFill>
                  <a:srgbClr val="222222"/>
                </a:solidFill>
                <a:latin typeface="Roboto Medium"/>
                <a:ea typeface="Roboto Medium"/>
                <a:cs typeface="Roboto Medium"/>
              </a:rPr>
              <a:t>nhóm chọn đúng đáp án</a:t>
            </a:r>
          </a:p>
          <a:p>
            <a:pPr algn="ctr">
              <a:spcBef>
                <a:spcPts val="0"/>
              </a:spcBef>
              <a:spcAft>
                <a:spcPts val="0"/>
              </a:spcAft>
              <a:buNone/>
            </a:pPr>
            <a:r>
              <a:rPr sz="1650" b="0">
                <a:solidFill>
                  <a:srgbClr val="222222"/>
                </a:solidFill>
                <a:latin typeface="Roboto Medium"/>
                <a:ea typeface="Roboto Medium"/>
                <a:cs typeface="Roboto Medium"/>
              </a:rPr>
              <a:t>(trung thực → có người nói dối)</a:t>
            </a:r>
          </a:p>
        </p:txBody>
      </p:sp>
      <p:sp>
        <p:nvSpPr>
          <p:cNvPr id="25" name="Card 25"/>
          <p:cNvSpPr/>
          <p:nvPr/>
        </p:nvSpPr>
        <p:spPr>
          <a:xfrm>
            <a:off x="4291584" y="914400"/>
            <a:ext cx="3605784" cy="2286000"/>
          </a:xfrm>
          <a:prstGeom prst="rect">
            <a:avLst/>
          </a:prstGeom>
          <a:solidFill>
            <a:srgbClr val="FCF4F4"/>
          </a:solidFill>
          <a:ln w="9525">
            <a:solidFill>
              <a:srgbClr val="EBCBCB"/>
            </a:solidFill>
          </a:ln>
          <a:effectLst/>
        </p:spPr>
        <p:txBody>
          <a:bodyPr wrap="square" rtlCol="0" anchor="ctr" lIns="73152" rIns="73152" tIns="36576" bIns="36576"/>
          <a:lstStyle/>
          <a:p/>
        </p:txBody>
      </p:sp>
      <p:sp>
        <p:nvSpPr>
          <p:cNvPr id="26" name="Card bar 26"/>
          <p:cNvSpPr/>
          <p:nvPr/>
        </p:nvSpPr>
        <p:spPr>
          <a:xfrm>
            <a:off x="4291584" y="914400"/>
            <a:ext cx="3605784" cy="54864"/>
          </a:xfrm>
          <a:prstGeom prst="rect">
            <a:avLst/>
          </a:prstGeom>
          <a:solidFill>
            <a:srgbClr val="C00000"/>
          </a:solidFill>
          <a:ln>
            <a:noFill/>
          </a:ln>
          <a:effectLst/>
        </p:spPr>
        <p:txBody>
          <a:bodyPr wrap="square" rtlCol="0" anchor="ctr" lIns="73152" rIns="73152" tIns="36576" bIns="36576"/>
          <a:lstStyle/>
          <a:p/>
        </p:txBody>
      </p:sp>
      <p:sp>
        <p:nvSpPr>
          <p:cNvPr id="27" name="TextBox 27"/>
          <p:cNvSpPr txBox="1"/>
          <p:nvPr/>
        </p:nvSpPr>
        <p:spPr>
          <a:xfrm>
            <a:off x="4428744" y="1097280"/>
            <a:ext cx="3331464" cy="868680"/>
          </a:xfrm>
          <a:prstGeom prst="rect">
            <a:avLst/>
          </a:prstGeom>
          <a:noFill/>
        </p:spPr>
        <p:txBody>
          <a:bodyPr wrap="square" anchor="ctr" lIns="45720" rIns="45720" tIns="18288" bIns="18288"/>
          <a:lstStyle/>
          <a:p>
            <a:pPr algn="ctr">
              <a:spcBef>
                <a:spcPts val="0"/>
              </a:spcBef>
              <a:spcAft>
                <a:spcPts val="0"/>
              </a:spcAft>
              <a:buNone/>
            </a:pPr>
            <a:r>
              <a:rPr sz="3100" b="1">
                <a:solidFill>
                  <a:srgbClr val="C00000"/>
                </a:solidFill>
                <a:latin typeface="Roboto Black"/>
                <a:ea typeface="Roboto Black"/>
                <a:cs typeface="Roboto Black"/>
              </a:rPr>
              <a:t>70.7% vs 25.4%</a:t>
            </a:r>
          </a:p>
        </p:txBody>
      </p:sp>
      <p:sp>
        <p:nvSpPr>
          <p:cNvPr id="28" name="TextBox 28"/>
          <p:cNvSpPr txBox="1"/>
          <p:nvPr/>
        </p:nvSpPr>
        <p:spPr>
          <a:xfrm>
            <a:off x="4428744" y="1965960"/>
            <a:ext cx="3331464" cy="1143000"/>
          </a:xfrm>
          <a:prstGeom prst="rect">
            <a:avLst/>
          </a:prstGeom>
          <a:noFill/>
        </p:spPr>
        <p:txBody>
          <a:bodyPr wrap="square" anchor="t" lIns="45720" rIns="45720" tIns="18288" bIns="18288"/>
          <a:lstStyle/>
          <a:p>
            <a:pPr algn="ctr">
              <a:spcBef>
                <a:spcPts val="0"/>
              </a:spcBef>
              <a:spcAft>
                <a:spcPts val="0"/>
              </a:spcAft>
              <a:buNone/>
            </a:pPr>
            <a:r>
              <a:rPr sz="1650" b="0">
                <a:solidFill>
                  <a:srgbClr val="222222"/>
                </a:solidFill>
                <a:latin typeface="Roboto Medium"/>
                <a:ea typeface="Roboto Medium"/>
                <a:cs typeface="Roboto Medium"/>
              </a:rPr>
              <a:t>lời khai sai được tin, so với lời khai đúng</a:t>
            </a:r>
          </a:p>
        </p:txBody>
      </p:sp>
      <p:sp>
        <p:nvSpPr>
          <p:cNvPr id="29" name="Card 29"/>
          <p:cNvSpPr/>
          <p:nvPr/>
        </p:nvSpPr>
        <p:spPr>
          <a:xfrm>
            <a:off x="8171688" y="914400"/>
            <a:ext cx="3605784" cy="2286000"/>
          </a:xfrm>
          <a:prstGeom prst="rect">
            <a:avLst/>
          </a:prstGeom>
          <a:solidFill>
            <a:srgbClr val="F3F6FB"/>
          </a:solidFill>
          <a:ln w="9525">
            <a:solidFill>
              <a:srgbClr val="CFDAE8"/>
            </a:solidFill>
          </a:ln>
          <a:effectLst/>
        </p:spPr>
        <p:txBody>
          <a:bodyPr wrap="square" rtlCol="0" anchor="ctr" lIns="73152" rIns="73152" tIns="36576" bIns="36576"/>
          <a:lstStyle/>
          <a:p/>
        </p:txBody>
      </p:sp>
      <p:sp>
        <p:nvSpPr>
          <p:cNvPr id="30" name="Card bar 30"/>
          <p:cNvSpPr/>
          <p:nvPr/>
        </p:nvSpPr>
        <p:spPr>
          <a:xfrm>
            <a:off x="8171688" y="914400"/>
            <a:ext cx="3605784" cy="54864"/>
          </a:xfrm>
          <a:prstGeom prst="rect">
            <a:avLst/>
          </a:prstGeom>
          <a:solidFill>
            <a:srgbClr val="003366"/>
          </a:solidFill>
          <a:ln>
            <a:noFill/>
          </a:ln>
          <a:effectLst/>
        </p:spPr>
        <p:txBody>
          <a:bodyPr wrap="square" rtlCol="0" anchor="ctr" lIns="73152" rIns="73152" tIns="36576" bIns="36576"/>
          <a:lstStyle/>
          <a:p/>
        </p:txBody>
      </p:sp>
      <p:sp>
        <p:nvSpPr>
          <p:cNvPr id="31" name="TextBox 31"/>
          <p:cNvSpPr txBox="1"/>
          <p:nvPr/>
        </p:nvSpPr>
        <p:spPr>
          <a:xfrm>
            <a:off x="8308848" y="1097280"/>
            <a:ext cx="3331464" cy="868680"/>
          </a:xfrm>
          <a:prstGeom prst="rect">
            <a:avLst/>
          </a:prstGeom>
          <a:noFill/>
        </p:spPr>
        <p:txBody>
          <a:bodyPr wrap="square" anchor="ctr" lIns="45720" rIns="45720" tIns="18288" bIns="18288"/>
          <a:lstStyle/>
          <a:p>
            <a:pPr algn="ctr">
              <a:spcBef>
                <a:spcPts val="0"/>
              </a:spcBef>
              <a:spcAft>
                <a:spcPts val="0"/>
              </a:spcAft>
              <a:buNone/>
            </a:pPr>
            <a:r>
              <a:rPr sz="3100" b="1">
                <a:solidFill>
                  <a:srgbClr val="003366"/>
                </a:solidFill>
                <a:latin typeface="Roboto Black"/>
                <a:ea typeface="Roboto Black"/>
                <a:cs typeface="Roboto Black"/>
              </a:rPr>
              <a:t>2.66 vs 1.33</a:t>
            </a:r>
          </a:p>
        </p:txBody>
      </p:sp>
      <p:sp>
        <p:nvSpPr>
          <p:cNvPr id="32" name="TextBox 32"/>
          <p:cNvSpPr txBox="1"/>
          <p:nvPr/>
        </p:nvSpPr>
        <p:spPr>
          <a:xfrm>
            <a:off x="8308848" y="1965960"/>
            <a:ext cx="3331464" cy="1143000"/>
          </a:xfrm>
          <a:prstGeom prst="rect">
            <a:avLst/>
          </a:prstGeom>
          <a:noFill/>
        </p:spPr>
        <p:txBody>
          <a:bodyPr wrap="square" anchor="t" lIns="45720" rIns="45720" tIns="18288" bIns="18288"/>
          <a:lstStyle/>
          <a:p>
            <a:pPr algn="ctr">
              <a:spcBef>
                <a:spcPts val="0"/>
              </a:spcBef>
              <a:spcAft>
                <a:spcPts val="0"/>
              </a:spcAft>
              <a:buNone/>
            </a:pPr>
            <a:r>
              <a:rPr sz="1650" b="0">
                <a:solidFill>
                  <a:srgbClr val="222222"/>
                </a:solidFill>
                <a:latin typeface="Roboto Medium"/>
                <a:ea typeface="Roboto Medium"/>
                <a:cs typeface="Roboto Medium"/>
              </a:rPr>
              <a:t>số bước thông tin sai lan đi, so với thông tin đúng</a:t>
            </a:r>
          </a:p>
        </p:txBody>
      </p:sp>
      <p:sp>
        <p:nvSpPr>
          <p:cNvPr id="33" name="TextBox 33"/>
          <p:cNvSpPr txBox="1"/>
          <p:nvPr/>
        </p:nvSpPr>
        <p:spPr>
          <a:xfrm>
            <a:off x="411480" y="3429000"/>
            <a:ext cx="11365992" cy="1188720"/>
          </a:xfrm>
          <a:prstGeom prst="rect">
            <a:avLst/>
          </a:prstGeom>
          <a:noFill/>
        </p:spPr>
        <p:txBody>
          <a:bodyPr wrap="square" anchor="t" lIns="45720" rIns="45720" tIns="18288" bIns="18288"/>
          <a:lstStyle/>
          <a:p>
            <a:pPr marL="146150" indent="-146150">
              <a:spcBef>
                <a:spcPts val="0"/>
              </a:spcBef>
              <a:spcAft>
                <a:spcPts val="0"/>
              </a:spcAft>
              <a:buClr>
                <a:srgbClr val="C00000"/>
              </a:buClr>
              <a:buFont typeface="Arial"/>
              <a:buChar char="•"/>
            </a:pPr>
            <a:r>
              <a:rPr sz="1850" b="0">
                <a:solidFill>
                  <a:srgbClr val="222222"/>
                </a:solidFill>
                <a:latin typeface="Roboto Medium"/>
                <a:ea typeface="Roboto Medium"/>
                <a:cs typeface="Roboto Medium"/>
              </a:rPr>
              <a:t xml:space="preserve">Thông tin đúng </a:t>
            </a:r>
            <a:r>
              <a:rPr sz="1850" b="0" i="1">
                <a:solidFill>
                  <a:srgbClr val="222222"/>
                </a:solidFill>
                <a:latin typeface="Roboto Medium"/>
                <a:ea typeface="Roboto Medium"/>
                <a:cs typeface="Roboto Medium"/>
              </a:rPr>
              <a:t>vẫn được nhắc tới</a:t>
            </a:r>
            <a:r>
              <a:rPr sz="1850" b="0">
                <a:solidFill>
                  <a:srgbClr val="222222"/>
                </a:solidFill>
                <a:latin typeface="Roboto Medium"/>
                <a:ea typeface="Roboto Medium"/>
                <a:cs typeface="Roboto Medium"/>
              </a:rPr>
              <a:t>, nhưng ít được tin; thông tin sai được chuyền tay xa hơn.</a:t>
            </a:r>
          </a:p>
          <a:p>
            <a:pPr marL="146150" indent="-146150">
              <a:spcBef>
                <a:spcPts val="400"/>
              </a:spcBef>
              <a:spcAft>
                <a:spcPts val="0"/>
              </a:spcAft>
              <a:buClr>
                <a:srgbClr val="C00000"/>
              </a:buClr>
              <a:buFont typeface="Arial"/>
              <a:buChar char="•"/>
            </a:pPr>
            <a:r>
              <a:rPr sz="1850" b="0">
                <a:solidFill>
                  <a:srgbClr val="222222"/>
                </a:solidFill>
                <a:latin typeface="Roboto Medium"/>
                <a:ea typeface="Roboto Medium"/>
                <a:cs typeface="Roboto Medium"/>
              </a:rPr>
              <a:t xml:space="preserve">Khoảng </a:t>
            </a:r>
            <a:r>
              <a:rPr sz="1850" b="1">
                <a:solidFill>
                  <a:srgbClr val="003366"/>
                </a:solidFill>
                <a:latin typeface="Roboto Black"/>
                <a:ea typeface="Roboto Black"/>
                <a:cs typeface="Roboto Black"/>
              </a:rPr>
              <a:t>85%</a:t>
            </a:r>
            <a:r>
              <a:rPr sz="1850" b="0">
                <a:solidFill>
                  <a:srgbClr val="222222"/>
                </a:solidFill>
                <a:latin typeface="Roboto Medium"/>
                <a:ea typeface="Roboto Medium"/>
                <a:cs typeface="Roboto Medium"/>
              </a:rPr>
              <a:t xml:space="preserve"> sự chênh lệch đã có ngay khi các agent chia sẻ lời khai, trước khi thảo luận.</a:t>
            </a:r>
          </a:p>
        </p:txBody>
      </p:sp>
      <p:sp>
        <p:nvSpPr>
          <p:cNvPr id="34" name="Shape 34"/>
          <p:cNvSpPr/>
          <p:nvPr/>
        </p:nvSpPr>
        <p:spPr>
          <a:xfrm>
            <a:off x="411480" y="4754880"/>
            <a:ext cx="11365992" cy="1143000"/>
          </a:xfrm>
          <a:prstGeom prst="rect">
            <a:avLst/>
          </a:prstGeom>
          <a:solidFill>
            <a:srgbClr val="EEF3FA"/>
          </a:solidFill>
          <a:ln>
            <a:noFill/>
          </a:ln>
          <a:effectLst/>
        </p:spPr>
        <p:txBody>
          <a:bodyPr wrap="square" rtlCol="0" anchor="ctr" lIns="182880" rIns="182880" tIns="91440" bIns="91440"/>
          <a:lstStyle/>
          <a:p>
            <a:pPr>
              <a:spcBef>
                <a:spcPts val="0"/>
              </a:spcBef>
              <a:spcAft>
                <a:spcPts val="0"/>
              </a:spcAft>
              <a:buNone/>
            </a:pPr>
            <a:r>
              <a:rPr sz="1850" b="1">
                <a:solidFill>
                  <a:srgbClr val="003366"/>
                </a:solidFill>
                <a:latin typeface="Roboto Black"/>
                <a:ea typeface="Roboto Black"/>
                <a:cs typeface="Roboto Black"/>
              </a:rPr>
              <a:t>Thông điệp:</a:t>
            </a:r>
            <a:r>
              <a:rPr sz="1850" b="0">
                <a:solidFill>
                  <a:srgbClr val="222222"/>
                </a:solidFill>
                <a:latin typeface="Roboto Medium"/>
                <a:ea typeface="Roboto Medium"/>
                <a:cs typeface="Roboto Medium"/>
              </a:rPr>
              <a:t xml:space="preserve"> thảo luận </a:t>
            </a:r>
            <a:r>
              <a:rPr sz="1850" b="0" i="1">
                <a:solidFill>
                  <a:srgbClr val="222222"/>
                </a:solidFill>
                <a:latin typeface="Roboto Medium"/>
                <a:ea typeface="Roboto Medium"/>
                <a:cs typeface="Roboto Medium"/>
              </a:rPr>
              <a:t>không sửa sai</a:t>
            </a:r>
            <a:r>
              <a:rPr sz="1850" b="0">
                <a:solidFill>
                  <a:srgbClr val="222222"/>
                </a:solidFill>
                <a:latin typeface="Roboto Medium"/>
                <a:ea typeface="Roboto Medium"/>
                <a:cs typeface="Roboto Medium"/>
              </a:rPr>
              <a:t xml:space="preserve"> mà chỉ khuếch đại hướng có sẵn: nhóm trung thực đúng thêm, nhóm có người nói dối càng tin vào đáp án mồi.</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20040" y="64008"/>
            <a:ext cx="9509760" cy="548640"/>
          </a:xfrm>
          <a:prstGeom prst="rect">
            <a:avLst/>
          </a:prstGeom>
          <a:noFill/>
        </p:spPr>
        <p:txBody>
          <a:bodyPr wrap="square" anchor="ctr" lIns="45720" rIns="45720" tIns="18288" bIns="18288"/>
          <a:lstStyle/>
          <a:p>
            <a:pPr>
              <a:spcBef>
                <a:spcPts val="0"/>
              </a:spcBef>
              <a:buNone/>
            </a:pPr>
            <a:r>
              <a:rPr sz="2200" b="1">
                <a:solidFill>
                  <a:srgbClr val="FFFFFF"/>
                </a:solidFill>
                <a:latin typeface="Roboto Black"/>
                <a:ea typeface="Roboto Black"/>
                <a:cs typeface="Roboto Black"/>
              </a:rPr>
              <a:t>TIDE: phân tích thêm và nhận xét</a:t>
            </a:r>
          </a:p>
        </p:txBody>
      </p:sp>
      <p:sp>
        <p:nvSpPr>
          <p:cNvPr id="3" name="Section"/>
          <p:cNvSpPr txBox="1"/>
          <p:nvPr/>
        </p:nvSpPr>
        <p:spPr>
          <a:xfrm>
            <a:off x="9784080" y="64008"/>
            <a:ext cx="2103120" cy="548640"/>
          </a:xfrm>
          <a:prstGeom prst="rect">
            <a:avLst/>
          </a:prstGeom>
          <a:noFill/>
        </p:spPr>
        <p:txBody>
          <a:bodyPr wrap="square" anchor="ctr" lIns="45720" rIns="45720" tIns="18288" bIns="18288"/>
          <a:lstStyle/>
          <a:p>
            <a:pPr algn="r">
              <a:spcBef>
                <a:spcPts val="0"/>
              </a:spcBef>
              <a:buNone/>
            </a:pPr>
            <a:r>
              <a:rPr sz="1100" b="0">
                <a:solidFill>
                  <a:srgbClr val="B8C6D4"/>
                </a:solidFill>
                <a:latin typeface="Roboto Medium"/>
                <a:ea typeface="Roboto Medium"/>
                <a:cs typeface="Roboto Medium"/>
              </a:rPr>
              <a:t>2. Safety</a:t>
            </a:r>
          </a:p>
        </p:txBody>
      </p:sp>
      <p:sp>
        <p:nvSpPr>
          <p:cNvPr id="4" name="Slide number"/>
          <p:cNvSpPr txBox="1"/>
          <p:nvPr/>
        </p:nvSpPr>
        <p:spPr>
          <a:xfrm>
            <a:off x="11155680" y="6199632"/>
            <a:ext cx="731520" cy="256032"/>
          </a:xfrm>
          <a:prstGeom prst="rect">
            <a:avLst/>
          </a:prstGeom>
          <a:noFill/>
        </p:spPr>
        <p:txBody>
          <a:bodyPr wrap="square" anchor="t" lIns="45720" rIns="45720" tIns="18288" bIns="18288"/>
          <a:lstStyle/>
          <a:p>
            <a:pPr algn="r">
              <a:spcBef>
                <a:spcPts val="0"/>
              </a:spcBef>
              <a:buNone/>
            </a:pPr>
            <a:r>
              <a:rPr sz="1000" b="0">
                <a:solidFill>
                  <a:srgbClr val="666666"/>
                </a:solidFill>
                <a:latin typeface="Roboto Medium"/>
                <a:ea typeface="Roboto Medium"/>
                <a:cs typeface="Roboto Medium"/>
              </a:rPr>
              <a:t>15</a:t>
            </a:r>
          </a:p>
        </p:txBody>
      </p:sp>
      <p:sp>
        <p:nvSpPr>
          <p:cNvPr id="5" name="HUST footer name mask"/>
          <p:cNvSpPr/>
          <p:nvPr/>
        </p:nvSpPr>
        <p:spPr>
          <a:xfrm>
            <a:off x="649224" y="6126480"/>
            <a:ext cx="3273552" cy="5212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HUST footer Vietnamese name"/>
          <p:cNvSpPr txBox="1"/>
          <p:nvPr/>
        </p:nvSpPr>
        <p:spPr>
          <a:xfrm>
            <a:off x="667512" y="6135624"/>
            <a:ext cx="3236976" cy="256032"/>
          </a:xfrm>
          <a:prstGeom prst="rect">
            <a:avLst/>
          </a:prstGeom>
          <a:noFill/>
        </p:spPr>
        <p:txBody>
          <a:bodyPr wrap="square" anchor="t" lIns="0" rIns="0" tIns="0" bIns="0"/>
          <a:lstStyle/>
          <a:p>
            <a:pPr>
              <a:spcBef>
                <a:spcPts val="0"/>
              </a:spcBef>
              <a:buNone/>
            </a:pPr>
            <a:r>
              <a:rPr sz="1688" b="1">
                <a:solidFill>
                  <a:srgbClr val="3F3F3F"/>
                </a:solidFill>
                <a:latin typeface="Roboto Black"/>
                <a:ea typeface="Roboto Black"/>
                <a:cs typeface="Roboto Black"/>
              </a:rPr>
              <a:t>ĐẠI HỌC BÁCH KHOA HÀ NỘI</a:t>
            </a:r>
          </a:p>
        </p:txBody>
      </p:sp>
      <p:sp>
        <p:nvSpPr>
          <p:cNvPr id="7" name="HUST footer English name"/>
          <p:cNvSpPr txBox="1"/>
          <p:nvPr/>
        </p:nvSpPr>
        <p:spPr>
          <a:xfrm>
            <a:off x="667512" y="6391656"/>
            <a:ext cx="3236976" cy="219456"/>
          </a:xfrm>
          <a:prstGeom prst="rect">
            <a:avLst/>
          </a:prstGeom>
          <a:noFill/>
        </p:spPr>
        <p:txBody>
          <a:bodyPr wrap="square" anchor="t" lIns="0" rIns="0" tIns="0" bIns="0"/>
          <a:lstStyle/>
          <a:p>
            <a:pPr>
              <a:spcBef>
                <a:spcPts val="0"/>
              </a:spcBef>
              <a:buNone/>
            </a:pPr>
            <a:r>
              <a:rPr sz="1000" b="0">
                <a:solidFill>
                  <a:srgbClr val="3F3F3F"/>
                </a:solidFill>
                <a:latin typeface="Roboto Medium"/>
                <a:ea typeface="Roboto Medium"/>
                <a:cs typeface="Roboto Medium"/>
              </a:rPr>
              <a:t>HANOI UNIVERSITY OF SCIENCE AND TECHNOLOGY</a:t>
            </a:r>
          </a:p>
        </p:txBody>
      </p:sp>
      <p:sp>
        <p:nvSpPr>
          <p:cNvPr id="21" name="Card 21"/>
          <p:cNvSpPr/>
          <p:nvPr/>
        </p:nvSpPr>
        <p:spPr>
          <a:xfrm>
            <a:off x="411480" y="914400"/>
            <a:ext cx="6035040" cy="2377440"/>
          </a:xfrm>
          <a:prstGeom prst="rect">
            <a:avLst/>
          </a:prstGeom>
          <a:solidFill>
            <a:srgbClr val="F3F6FB"/>
          </a:solidFill>
          <a:ln w="9525">
            <a:solidFill>
              <a:srgbClr val="CFDAE8"/>
            </a:solidFill>
          </a:ln>
          <a:effectLst/>
        </p:spPr>
        <p:txBody>
          <a:bodyPr wrap="square" rtlCol="0" anchor="ctr" lIns="73152" rIns="73152" tIns="36576" bIns="36576"/>
          <a:lstStyle/>
          <a:p/>
        </p:txBody>
      </p:sp>
      <p:sp>
        <p:nvSpPr>
          <p:cNvPr id="22" name="Card bar 22"/>
          <p:cNvSpPr/>
          <p:nvPr/>
        </p:nvSpPr>
        <p:spPr>
          <a:xfrm>
            <a:off x="411480" y="914400"/>
            <a:ext cx="6035040" cy="54864"/>
          </a:xfrm>
          <a:prstGeom prst="rect">
            <a:avLst/>
          </a:prstGeom>
          <a:solidFill>
            <a:srgbClr val="003366"/>
          </a:solidFill>
          <a:ln>
            <a:noFill/>
          </a:ln>
          <a:effectLst/>
        </p:spPr>
        <p:txBody>
          <a:bodyPr wrap="square" rtlCol="0" anchor="ctr" lIns="73152" rIns="73152" tIns="36576" bIns="36576"/>
          <a:lstStyle/>
          <a:p/>
        </p:txBody>
      </p:sp>
      <p:sp>
        <p:nvSpPr>
          <p:cNvPr id="23" name="TextBox 23"/>
          <p:cNvSpPr txBox="1"/>
          <p:nvPr/>
        </p:nvSpPr>
        <p:spPr>
          <a:xfrm>
            <a:off x="548640" y="1005840"/>
            <a:ext cx="5760720" cy="2240280"/>
          </a:xfrm>
          <a:prstGeom prst="rect">
            <a:avLst/>
          </a:prstGeom>
          <a:noFill/>
        </p:spPr>
        <p:txBody>
          <a:bodyPr wrap="square" anchor="t" lIns="45720" rIns="45720" tIns="18288" bIns="18288"/>
          <a:lstStyle/>
          <a:p>
            <a:pPr>
              <a:spcBef>
                <a:spcPts val="0"/>
              </a:spcBef>
              <a:spcAft>
                <a:spcPts val="0"/>
              </a:spcAft>
              <a:buNone/>
            </a:pPr>
            <a:r>
              <a:rPr sz="1950" b="1">
                <a:solidFill>
                  <a:srgbClr val="003366"/>
                </a:solidFill>
                <a:latin typeface="Roboto Black"/>
                <a:ea typeface="Roboto Black"/>
                <a:cs typeface="Roboto Black"/>
              </a:rPr>
              <a:t>Kẻ nói dối rời nhóm sớm</a:t>
            </a:r>
          </a:p>
          <a:p>
            <a:pPr>
              <a:spcBef>
                <a:spcPts val="500"/>
              </a:spcBef>
              <a:spcAft>
                <a:spcPts val="0"/>
              </a:spcAft>
              <a:buNone/>
            </a:pPr>
            <a:r>
              <a:rPr sz="1850" b="0">
                <a:solidFill>
                  <a:srgbClr val="222222"/>
                </a:solidFill>
                <a:latin typeface="Roboto Medium"/>
                <a:ea typeface="Roboto Medium"/>
                <a:cs typeface="Roboto Medium"/>
              </a:rPr>
              <a:t xml:space="preserve">Nói dối xong rồi rời đi, không thảo luận nữa → tỉ lệ chọn đúng vẫn thấp hơn </a:t>
            </a:r>
            <a:r>
              <a:rPr sz="1850" b="1">
                <a:solidFill>
                  <a:srgbClr val="003366"/>
                </a:solidFill>
                <a:latin typeface="Roboto Black"/>
                <a:ea typeface="Roboto Black"/>
                <a:cs typeface="Roboto Black"/>
              </a:rPr>
              <a:t>46.67 điểm</a:t>
            </a:r>
            <a:r>
              <a:rPr sz="1850" b="0">
                <a:solidFill>
                  <a:srgbClr val="222222"/>
                </a:solidFill>
                <a:latin typeface="Roboto Medium"/>
                <a:ea typeface="Roboto Medium"/>
                <a:cs typeface="Roboto Medium"/>
              </a:rPr>
              <a:t xml:space="preserve"> so với khi agent đó rời đi mà không nói gì.</a:t>
            </a:r>
          </a:p>
          <a:p>
            <a:pPr>
              <a:spcBef>
                <a:spcPts val="600"/>
              </a:spcBef>
              <a:spcAft>
                <a:spcPts val="0"/>
              </a:spcAft>
              <a:buNone/>
            </a:pPr>
            <a:r>
              <a:rPr sz="1850" b="1">
                <a:solidFill>
                  <a:srgbClr val="C00000"/>
                </a:solidFill>
                <a:latin typeface="Roboto Black"/>
                <a:ea typeface="Roboto Black"/>
                <a:cs typeface="Roboto Black"/>
              </a:rPr>
              <a:t>→ Thông tin sai tự lan qua những agent trung thực.</a:t>
            </a:r>
          </a:p>
        </p:txBody>
      </p:sp>
      <p:sp>
        <p:nvSpPr>
          <p:cNvPr id="24" name="Card 24"/>
          <p:cNvSpPr/>
          <p:nvPr/>
        </p:nvSpPr>
        <p:spPr>
          <a:xfrm>
            <a:off x="411480" y="3520440"/>
            <a:ext cx="6035040" cy="2377440"/>
          </a:xfrm>
          <a:prstGeom prst="rect">
            <a:avLst/>
          </a:prstGeom>
          <a:solidFill>
            <a:srgbClr val="F3F6FB"/>
          </a:solidFill>
          <a:ln w="9525">
            <a:solidFill>
              <a:srgbClr val="CFDAE8"/>
            </a:solidFill>
          </a:ln>
          <a:effectLst/>
        </p:spPr>
        <p:txBody>
          <a:bodyPr wrap="square" rtlCol="0" anchor="ctr" lIns="73152" rIns="73152" tIns="36576" bIns="36576"/>
          <a:lstStyle/>
          <a:p/>
        </p:txBody>
      </p:sp>
      <p:sp>
        <p:nvSpPr>
          <p:cNvPr id="25" name="Card bar 25"/>
          <p:cNvSpPr/>
          <p:nvPr/>
        </p:nvSpPr>
        <p:spPr>
          <a:xfrm>
            <a:off x="411480" y="3520440"/>
            <a:ext cx="6035040" cy="54864"/>
          </a:xfrm>
          <a:prstGeom prst="rect">
            <a:avLst/>
          </a:prstGeom>
          <a:solidFill>
            <a:srgbClr val="003366"/>
          </a:solidFill>
          <a:ln>
            <a:noFill/>
          </a:ln>
          <a:effectLst/>
        </p:spPr>
        <p:txBody>
          <a:bodyPr wrap="square" rtlCol="0" anchor="ctr" lIns="73152" rIns="73152" tIns="36576" bIns="36576"/>
          <a:lstStyle/>
          <a:p/>
        </p:txBody>
      </p:sp>
      <p:sp>
        <p:nvSpPr>
          <p:cNvPr id="26" name="TextBox 26"/>
          <p:cNvSpPr txBox="1"/>
          <p:nvPr/>
        </p:nvSpPr>
        <p:spPr>
          <a:xfrm>
            <a:off x="548640" y="3611880"/>
            <a:ext cx="5760720" cy="2240280"/>
          </a:xfrm>
          <a:prstGeom prst="rect">
            <a:avLst/>
          </a:prstGeom>
          <a:noFill/>
        </p:spPr>
        <p:txBody>
          <a:bodyPr wrap="square" anchor="t" lIns="45720" rIns="45720" tIns="18288" bIns="18288"/>
          <a:lstStyle/>
          <a:p>
            <a:pPr>
              <a:spcBef>
                <a:spcPts val="0"/>
              </a:spcBef>
              <a:spcAft>
                <a:spcPts val="0"/>
              </a:spcAft>
              <a:buNone/>
            </a:pPr>
            <a:r>
              <a:rPr sz="1950" b="1">
                <a:solidFill>
                  <a:srgbClr val="003366"/>
                </a:solidFill>
                <a:latin typeface="Roboto Black"/>
                <a:ea typeface="Roboto Black"/>
                <a:cs typeface="Roboto Black"/>
              </a:rPr>
              <a:t>Thêm người quan sát</a:t>
            </a:r>
          </a:p>
          <a:p>
            <a:pPr>
              <a:spcBef>
                <a:spcPts val="500"/>
              </a:spcBef>
              <a:spcAft>
                <a:spcPts val="0"/>
              </a:spcAft>
              <a:buNone/>
            </a:pPr>
            <a:r>
              <a:rPr sz="1850" b="0">
                <a:solidFill>
                  <a:srgbClr val="222222"/>
                </a:solidFill>
                <a:latin typeface="Roboto Medium"/>
                <a:ea typeface="Roboto Medium"/>
                <a:cs typeface="Roboto Medium"/>
              </a:rPr>
              <a:t xml:space="preserve">3 agent không có thông tin, chỉ theo dõi và góp ý → số lần cả nhóm đồng ý </a:t>
            </a:r>
            <a:r>
              <a:rPr sz="1850" b="0" i="1">
                <a:solidFill>
                  <a:srgbClr val="222222"/>
                </a:solidFill>
                <a:latin typeface="Roboto Medium"/>
                <a:ea typeface="Roboto Medium"/>
                <a:cs typeface="Roboto Medium"/>
              </a:rPr>
              <a:t>sai</a:t>
            </a:r>
            <a:r>
              <a:rPr sz="1850" b="0">
                <a:solidFill>
                  <a:srgbClr val="222222"/>
                </a:solidFill>
                <a:latin typeface="Roboto Medium"/>
                <a:ea typeface="Roboto Medium"/>
                <a:cs typeface="Roboto Medium"/>
              </a:rPr>
              <a:t xml:space="preserve"> giảm </a:t>
            </a:r>
            <a:r>
              <a:rPr sz="1850" b="1">
                <a:solidFill>
                  <a:srgbClr val="003366"/>
                </a:solidFill>
                <a:latin typeface="Roboto Black"/>
                <a:ea typeface="Roboto Black"/>
                <a:cs typeface="Roboto Black"/>
              </a:rPr>
              <a:t>~90%</a:t>
            </a:r>
            <a:r>
              <a:rPr sz="1850" b="0">
                <a:solidFill>
                  <a:srgbClr val="222222"/>
                </a:solidFill>
                <a:latin typeface="Roboto Medium"/>
                <a:ea typeface="Roboto Medium"/>
                <a:cs typeface="Roboto Medium"/>
              </a:rPr>
              <a:t xml:space="preserve">, nhưng số lần chọn đúng </a:t>
            </a:r>
            <a:r>
              <a:rPr sz="1850" b="0" i="1">
                <a:solidFill>
                  <a:srgbClr val="222222"/>
                </a:solidFill>
                <a:latin typeface="Roboto Medium"/>
                <a:ea typeface="Roboto Medium"/>
                <a:cs typeface="Roboto Medium"/>
              </a:rPr>
              <a:t>không tăng</a:t>
            </a:r>
            <a:r>
              <a:rPr sz="1850" b="0">
                <a:solidFill>
                  <a:srgbClr val="222222"/>
                </a:solidFill>
                <a:latin typeface="Roboto Medium"/>
                <a:ea typeface="Roboto Medium"/>
                <a:cs typeface="Roboto Medium"/>
              </a:rPr>
              <a:t>.</a:t>
            </a:r>
          </a:p>
          <a:p>
            <a:pPr>
              <a:spcBef>
                <a:spcPts val="600"/>
              </a:spcBef>
              <a:spcAft>
                <a:spcPts val="0"/>
              </a:spcAft>
              <a:buNone/>
            </a:pPr>
            <a:r>
              <a:rPr sz="1850" b="1">
                <a:solidFill>
                  <a:srgbClr val="C00000"/>
                </a:solidFill>
                <a:latin typeface="Roboto Black"/>
                <a:ea typeface="Roboto Black"/>
                <a:cs typeface="Roboto Black"/>
              </a:rPr>
              <a:t>→ Giúp nhóm thận trọng hơn, chưa giúp tìm ra sự thật.</a:t>
            </a:r>
          </a:p>
        </p:txBody>
      </p:sp>
      <p:sp>
        <p:nvSpPr>
          <p:cNvPr id="27" name="Card 27"/>
          <p:cNvSpPr/>
          <p:nvPr/>
        </p:nvSpPr>
        <p:spPr>
          <a:xfrm>
            <a:off x="6720840" y="914400"/>
            <a:ext cx="5056632" cy="2057400"/>
          </a:xfrm>
          <a:prstGeom prst="rect">
            <a:avLst/>
          </a:prstGeom>
          <a:solidFill>
            <a:srgbClr val="F3F6FB"/>
          </a:solidFill>
          <a:ln w="9525">
            <a:solidFill>
              <a:srgbClr val="CFDAE8"/>
            </a:solidFill>
          </a:ln>
          <a:effectLst/>
        </p:spPr>
        <p:txBody>
          <a:bodyPr wrap="square" rtlCol="0" anchor="ctr" lIns="73152" rIns="73152" tIns="36576" bIns="36576"/>
          <a:lstStyle/>
          <a:p/>
        </p:txBody>
      </p:sp>
      <p:sp>
        <p:nvSpPr>
          <p:cNvPr id="28" name="Card bar 28"/>
          <p:cNvSpPr/>
          <p:nvPr/>
        </p:nvSpPr>
        <p:spPr>
          <a:xfrm>
            <a:off x="6720840" y="914400"/>
            <a:ext cx="5056632" cy="54864"/>
          </a:xfrm>
          <a:prstGeom prst="rect">
            <a:avLst/>
          </a:prstGeom>
          <a:solidFill>
            <a:srgbClr val="003366"/>
          </a:solidFill>
          <a:ln>
            <a:noFill/>
          </a:ln>
          <a:effectLst/>
        </p:spPr>
        <p:txBody>
          <a:bodyPr wrap="square" rtlCol="0" anchor="ctr" lIns="73152" rIns="73152" tIns="36576" bIns="36576"/>
          <a:lstStyle/>
          <a:p/>
        </p:txBody>
      </p:sp>
      <p:sp>
        <p:nvSpPr>
          <p:cNvPr id="29" name="TextBox 29"/>
          <p:cNvSpPr txBox="1"/>
          <p:nvPr/>
        </p:nvSpPr>
        <p:spPr>
          <a:xfrm>
            <a:off x="6858000" y="1005840"/>
            <a:ext cx="4782312" cy="1920240"/>
          </a:xfrm>
          <a:prstGeom prst="rect">
            <a:avLst/>
          </a:prstGeom>
          <a:noFill/>
        </p:spPr>
        <p:txBody>
          <a:bodyPr wrap="square" anchor="t" lIns="45720" rIns="45720" tIns="18288" bIns="18288"/>
          <a:lstStyle/>
          <a:p>
            <a:pPr>
              <a:spcBef>
                <a:spcPts val="0"/>
              </a:spcBef>
              <a:spcAft>
                <a:spcPts val="0"/>
              </a:spcAft>
              <a:buNone/>
            </a:pPr>
            <a:r>
              <a:rPr sz="1950" b="1">
                <a:solidFill>
                  <a:srgbClr val="003366"/>
                </a:solidFill>
                <a:latin typeface="Roboto Black"/>
                <a:ea typeface="Roboto Black"/>
                <a:cs typeface="Roboto Black"/>
              </a:rPr>
              <a:t>Điểm mạnh</a:t>
            </a:r>
          </a:p>
          <a:p>
            <a:pPr marL="130350" indent="-130350">
              <a:spcBef>
                <a:spcPts val="400"/>
              </a:spcBef>
              <a:spcAft>
                <a:spcPts val="0"/>
              </a:spcAft>
              <a:buClr>
                <a:srgbClr val="C00000"/>
              </a:buClr>
              <a:buFont typeface="Arial"/>
              <a:buChar char="•"/>
            </a:pPr>
            <a:r>
              <a:rPr sz="1650" b="0">
                <a:solidFill>
                  <a:srgbClr val="222222"/>
                </a:solidFill>
                <a:latin typeface="Roboto Medium"/>
                <a:ea typeface="Roboto Medium"/>
                <a:cs typeface="Roboto Medium"/>
              </a:rPr>
              <a:t>So sánh có/không nói dối trên cùng câu chuyện → đo đúng tác động.</a:t>
            </a:r>
          </a:p>
          <a:p>
            <a:pPr marL="130350" indent="-130350">
              <a:spcBef>
                <a:spcPts val="300"/>
              </a:spcBef>
              <a:spcAft>
                <a:spcPts val="0"/>
              </a:spcAft>
              <a:buClr>
                <a:srgbClr val="C00000"/>
              </a:buClr>
              <a:buFont typeface="Arial"/>
              <a:buChar char="•"/>
            </a:pPr>
            <a:r>
              <a:rPr sz="1650" b="0">
                <a:solidFill>
                  <a:srgbClr val="222222"/>
                </a:solidFill>
                <a:latin typeface="Roboto Medium"/>
                <a:ea typeface="Roboto Medium"/>
                <a:cs typeface="Roboto Medium"/>
              </a:rPr>
              <a:t>Theo dõi được thông tin sai lan qua từng agent.</a:t>
            </a:r>
          </a:p>
        </p:txBody>
      </p:sp>
      <p:sp>
        <p:nvSpPr>
          <p:cNvPr id="30" name="Card 30"/>
          <p:cNvSpPr/>
          <p:nvPr/>
        </p:nvSpPr>
        <p:spPr>
          <a:xfrm>
            <a:off x="6720840" y="3200400"/>
            <a:ext cx="5056632" cy="2697480"/>
          </a:xfrm>
          <a:prstGeom prst="rect">
            <a:avLst/>
          </a:prstGeom>
          <a:solidFill>
            <a:srgbClr val="FCF4F4"/>
          </a:solidFill>
          <a:ln w="9525">
            <a:solidFill>
              <a:srgbClr val="EBCBCB"/>
            </a:solidFill>
          </a:ln>
          <a:effectLst/>
        </p:spPr>
        <p:txBody>
          <a:bodyPr wrap="square" rtlCol="0" anchor="ctr" lIns="73152" rIns="73152" tIns="36576" bIns="36576"/>
          <a:lstStyle/>
          <a:p/>
        </p:txBody>
      </p:sp>
      <p:sp>
        <p:nvSpPr>
          <p:cNvPr id="31" name="Card bar 31"/>
          <p:cNvSpPr/>
          <p:nvPr/>
        </p:nvSpPr>
        <p:spPr>
          <a:xfrm>
            <a:off x="6720840" y="3200400"/>
            <a:ext cx="5056632" cy="54864"/>
          </a:xfrm>
          <a:prstGeom prst="rect">
            <a:avLst/>
          </a:prstGeom>
          <a:solidFill>
            <a:srgbClr val="C00000"/>
          </a:solidFill>
          <a:ln>
            <a:noFill/>
          </a:ln>
          <a:effectLst/>
        </p:spPr>
        <p:txBody>
          <a:bodyPr wrap="square" rtlCol="0" anchor="ctr" lIns="73152" rIns="73152" tIns="36576" bIns="36576"/>
          <a:lstStyle/>
          <a:p/>
        </p:txBody>
      </p:sp>
      <p:sp>
        <p:nvSpPr>
          <p:cNvPr id="32" name="TextBox 32"/>
          <p:cNvSpPr txBox="1"/>
          <p:nvPr/>
        </p:nvSpPr>
        <p:spPr>
          <a:xfrm>
            <a:off x="6858000" y="3291840"/>
            <a:ext cx="4782312" cy="2560320"/>
          </a:xfrm>
          <a:prstGeom prst="rect">
            <a:avLst/>
          </a:prstGeom>
          <a:noFill/>
        </p:spPr>
        <p:txBody>
          <a:bodyPr wrap="square" anchor="t" lIns="45720" rIns="45720" tIns="18288" bIns="18288"/>
          <a:lstStyle/>
          <a:p>
            <a:pPr>
              <a:spcBef>
                <a:spcPts val="0"/>
              </a:spcBef>
              <a:spcAft>
                <a:spcPts val="0"/>
              </a:spcAft>
              <a:buNone/>
            </a:pPr>
            <a:r>
              <a:rPr sz="1950" b="1">
                <a:solidFill>
                  <a:srgbClr val="C00000"/>
                </a:solidFill>
                <a:latin typeface="Roboto Black"/>
                <a:ea typeface="Roboto Black"/>
                <a:cs typeface="Roboto Black"/>
              </a:rPr>
              <a:t>Hạn chế</a:t>
            </a:r>
          </a:p>
          <a:p>
            <a:pPr marL="134300" indent="-134300">
              <a:spcBef>
                <a:spcPts val="600"/>
              </a:spcBef>
              <a:spcAft>
                <a:spcPts val="0"/>
              </a:spcAft>
              <a:buClr>
                <a:srgbClr val="C00000"/>
              </a:buClr>
              <a:buFont typeface="Arial"/>
              <a:buChar char="•"/>
            </a:pPr>
            <a:r>
              <a:rPr sz="1700" b="0">
                <a:solidFill>
                  <a:srgbClr val="222222"/>
                </a:solidFill>
                <a:latin typeface="Roboto Medium"/>
                <a:ea typeface="Roboto Medium"/>
                <a:cs typeface="Roboto Medium"/>
              </a:rPr>
              <a:t>Chỉ 1 loại bài toán (tìm vị trí đồ vật).</a:t>
            </a:r>
          </a:p>
          <a:p>
            <a:pPr marL="134300" indent="-134300">
              <a:spcBef>
                <a:spcPts val="600"/>
              </a:spcBef>
              <a:spcAft>
                <a:spcPts val="0"/>
              </a:spcAft>
              <a:buClr>
                <a:srgbClr val="C00000"/>
              </a:buClr>
              <a:buFont typeface="Arial"/>
              <a:buChar char="•"/>
            </a:pPr>
            <a:r>
              <a:rPr sz="1700" b="0">
                <a:solidFill>
                  <a:srgbClr val="222222"/>
                </a:solidFill>
                <a:latin typeface="Roboto Medium"/>
                <a:ea typeface="Roboto Medium"/>
                <a:cs typeface="Roboto Medium"/>
              </a:rPr>
              <a:t>Các agent dùng cùng một model.</a:t>
            </a:r>
          </a:p>
          <a:p>
            <a:pPr marL="134300" indent="-134300">
              <a:spcBef>
                <a:spcPts val="600"/>
              </a:spcBef>
              <a:spcAft>
                <a:spcPts val="0"/>
              </a:spcAft>
              <a:buClr>
                <a:srgbClr val="C00000"/>
              </a:buClr>
              <a:buFont typeface="Arial"/>
              <a:buChar char="•"/>
            </a:pPr>
            <a:r>
              <a:rPr sz="1700" b="0">
                <a:solidFill>
                  <a:srgbClr val="222222"/>
                </a:solidFill>
                <a:latin typeface="Roboto Medium"/>
                <a:ea typeface="Roboto Medium"/>
                <a:cs typeface="Roboto Medium"/>
              </a:rPr>
              <a:t>Chưa đề xuất cách phòng thủ.</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20040" y="64008"/>
            <a:ext cx="9509760" cy="548640"/>
          </a:xfrm>
          <a:prstGeom prst="rect">
            <a:avLst/>
          </a:prstGeom>
          <a:noFill/>
        </p:spPr>
        <p:txBody>
          <a:bodyPr wrap="square" anchor="ctr" lIns="45720" rIns="45720" tIns="18288" bIns="18288"/>
          <a:lstStyle/>
          <a:p>
            <a:pPr>
              <a:spcBef>
                <a:spcPts val="0"/>
              </a:spcBef>
              <a:buNone/>
            </a:pPr>
            <a:r>
              <a:rPr sz="2200" b="1">
                <a:solidFill>
                  <a:srgbClr val="FFFFFF"/>
                </a:solidFill>
                <a:latin typeface="Roboto Black"/>
                <a:ea typeface="Roboto Black"/>
                <a:cs typeface="Roboto Black"/>
              </a:rPr>
              <a:t>MIRAGE và TIDE: hai góc nhìn về an toàn</a:t>
            </a:r>
          </a:p>
        </p:txBody>
      </p:sp>
      <p:sp>
        <p:nvSpPr>
          <p:cNvPr id="3" name="Section"/>
          <p:cNvSpPr txBox="1"/>
          <p:nvPr/>
        </p:nvSpPr>
        <p:spPr>
          <a:xfrm>
            <a:off x="9784080" y="64008"/>
            <a:ext cx="2103120" cy="548640"/>
          </a:xfrm>
          <a:prstGeom prst="rect">
            <a:avLst/>
          </a:prstGeom>
          <a:noFill/>
        </p:spPr>
        <p:txBody>
          <a:bodyPr wrap="square" anchor="ctr" lIns="45720" rIns="45720" tIns="18288" bIns="18288"/>
          <a:lstStyle/>
          <a:p>
            <a:pPr algn="r">
              <a:spcBef>
                <a:spcPts val="0"/>
              </a:spcBef>
              <a:buNone/>
            </a:pPr>
            <a:r>
              <a:rPr sz="1100" b="0">
                <a:solidFill>
                  <a:srgbClr val="B8C6D4"/>
                </a:solidFill>
                <a:latin typeface="Roboto Medium"/>
                <a:ea typeface="Roboto Medium"/>
                <a:cs typeface="Roboto Medium"/>
              </a:rPr>
              <a:t>2. Safety</a:t>
            </a:r>
          </a:p>
        </p:txBody>
      </p:sp>
      <p:sp>
        <p:nvSpPr>
          <p:cNvPr id="4" name="Slide number"/>
          <p:cNvSpPr txBox="1"/>
          <p:nvPr/>
        </p:nvSpPr>
        <p:spPr>
          <a:xfrm>
            <a:off x="11155680" y="6199632"/>
            <a:ext cx="731520" cy="256032"/>
          </a:xfrm>
          <a:prstGeom prst="rect">
            <a:avLst/>
          </a:prstGeom>
          <a:noFill/>
        </p:spPr>
        <p:txBody>
          <a:bodyPr wrap="square" anchor="t" lIns="45720" rIns="45720" tIns="18288" bIns="18288"/>
          <a:lstStyle/>
          <a:p>
            <a:pPr algn="r">
              <a:spcBef>
                <a:spcPts val="0"/>
              </a:spcBef>
              <a:buNone/>
            </a:pPr>
            <a:r>
              <a:rPr sz="1000" b="0">
                <a:solidFill>
                  <a:srgbClr val="666666"/>
                </a:solidFill>
                <a:latin typeface="Roboto Medium"/>
                <a:ea typeface="Roboto Medium"/>
                <a:cs typeface="Roboto Medium"/>
              </a:rPr>
              <a:t>16</a:t>
            </a:r>
          </a:p>
        </p:txBody>
      </p:sp>
      <p:sp>
        <p:nvSpPr>
          <p:cNvPr id="5" name="HUST footer name mask"/>
          <p:cNvSpPr/>
          <p:nvPr/>
        </p:nvSpPr>
        <p:spPr>
          <a:xfrm>
            <a:off x="649224" y="6126480"/>
            <a:ext cx="3273552" cy="5212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HUST footer Vietnamese name"/>
          <p:cNvSpPr txBox="1"/>
          <p:nvPr/>
        </p:nvSpPr>
        <p:spPr>
          <a:xfrm>
            <a:off x="667512" y="6135624"/>
            <a:ext cx="3236976" cy="256032"/>
          </a:xfrm>
          <a:prstGeom prst="rect">
            <a:avLst/>
          </a:prstGeom>
          <a:noFill/>
        </p:spPr>
        <p:txBody>
          <a:bodyPr wrap="square" anchor="t" lIns="0" rIns="0" tIns="0" bIns="0"/>
          <a:lstStyle/>
          <a:p>
            <a:pPr>
              <a:spcBef>
                <a:spcPts val="0"/>
              </a:spcBef>
              <a:buNone/>
            </a:pPr>
            <a:r>
              <a:rPr sz="1688" b="1">
                <a:solidFill>
                  <a:srgbClr val="3F3F3F"/>
                </a:solidFill>
                <a:latin typeface="Roboto Black"/>
                <a:ea typeface="Roboto Black"/>
                <a:cs typeface="Roboto Black"/>
              </a:rPr>
              <a:t>ĐẠI HỌC BÁCH KHOA HÀ NỘI</a:t>
            </a:r>
          </a:p>
        </p:txBody>
      </p:sp>
      <p:sp>
        <p:nvSpPr>
          <p:cNvPr id="7" name="HUST footer English name"/>
          <p:cNvSpPr txBox="1"/>
          <p:nvPr/>
        </p:nvSpPr>
        <p:spPr>
          <a:xfrm>
            <a:off x="667512" y="6391656"/>
            <a:ext cx="3236976" cy="219456"/>
          </a:xfrm>
          <a:prstGeom prst="rect">
            <a:avLst/>
          </a:prstGeom>
          <a:noFill/>
        </p:spPr>
        <p:txBody>
          <a:bodyPr wrap="square" anchor="t" lIns="0" rIns="0" tIns="0" bIns="0"/>
          <a:lstStyle/>
          <a:p>
            <a:pPr>
              <a:spcBef>
                <a:spcPts val="0"/>
              </a:spcBef>
              <a:buNone/>
            </a:pPr>
            <a:r>
              <a:rPr sz="1000" b="0">
                <a:solidFill>
                  <a:srgbClr val="3F3F3F"/>
                </a:solidFill>
                <a:latin typeface="Roboto Medium"/>
                <a:ea typeface="Roboto Medium"/>
                <a:cs typeface="Roboto Medium"/>
              </a:rPr>
              <a:t>HANOI UNIVERSITY OF SCIENCE AND TECHNOLOGY</a:t>
            </a:r>
          </a:p>
        </p:txBody>
      </p:sp>
      <p:sp>
        <p:nvSpPr>
          <p:cNvPr id="21" name="Card 21"/>
          <p:cNvSpPr/>
          <p:nvPr/>
        </p:nvSpPr>
        <p:spPr>
          <a:xfrm>
            <a:off x="411480" y="914400"/>
            <a:ext cx="5545836" cy="3291840"/>
          </a:xfrm>
          <a:prstGeom prst="rect">
            <a:avLst/>
          </a:prstGeom>
          <a:solidFill>
            <a:srgbClr val="F3F6FB"/>
          </a:solidFill>
          <a:ln w="9525">
            <a:solidFill>
              <a:srgbClr val="CFDAE8"/>
            </a:solidFill>
          </a:ln>
          <a:effectLst/>
        </p:spPr>
        <p:txBody>
          <a:bodyPr wrap="square" rtlCol="0" anchor="ctr" lIns="73152" rIns="73152" tIns="36576" bIns="36576"/>
          <a:lstStyle/>
          <a:p/>
        </p:txBody>
      </p:sp>
      <p:sp>
        <p:nvSpPr>
          <p:cNvPr id="22" name="Card bar 22"/>
          <p:cNvSpPr/>
          <p:nvPr/>
        </p:nvSpPr>
        <p:spPr>
          <a:xfrm>
            <a:off x="411480" y="914400"/>
            <a:ext cx="5545836" cy="54864"/>
          </a:xfrm>
          <a:prstGeom prst="rect">
            <a:avLst/>
          </a:prstGeom>
          <a:solidFill>
            <a:srgbClr val="003366"/>
          </a:solidFill>
          <a:ln>
            <a:noFill/>
          </a:ln>
          <a:effectLst/>
        </p:spPr>
        <p:txBody>
          <a:bodyPr wrap="square" rtlCol="0" anchor="ctr" lIns="73152" rIns="73152" tIns="36576" bIns="36576"/>
          <a:lstStyle/>
          <a:p/>
        </p:txBody>
      </p:sp>
      <p:sp>
        <p:nvSpPr>
          <p:cNvPr id="23" name="TextBox 23"/>
          <p:cNvSpPr txBox="1"/>
          <p:nvPr/>
        </p:nvSpPr>
        <p:spPr>
          <a:xfrm>
            <a:off x="594360" y="1024128"/>
            <a:ext cx="5180076" cy="3108960"/>
          </a:xfrm>
          <a:prstGeom prst="rect">
            <a:avLst/>
          </a:prstGeom>
          <a:noFill/>
        </p:spPr>
        <p:txBody>
          <a:bodyPr wrap="square" anchor="t" lIns="45720" rIns="45720" tIns="18288" bIns="18288"/>
          <a:lstStyle/>
          <a:p>
            <a:pPr>
              <a:spcBef>
                <a:spcPts val="0"/>
              </a:spcBef>
              <a:spcAft>
                <a:spcPts val="0"/>
              </a:spcAft>
              <a:buNone/>
            </a:pPr>
            <a:r>
              <a:rPr sz="2600" b="1">
                <a:solidFill>
                  <a:srgbClr val="003366"/>
                </a:solidFill>
                <a:latin typeface="Roboto Black"/>
                <a:ea typeface="Roboto Black"/>
                <a:cs typeface="Roboto Black"/>
              </a:rPr>
              <a:t>MIRAGE</a:t>
            </a:r>
          </a:p>
          <a:p>
            <a:pPr>
              <a:spcBef>
                <a:spcPts val="1300"/>
              </a:spcBef>
              <a:spcAft>
                <a:spcPts val="0"/>
              </a:spcAft>
              <a:buNone/>
            </a:pPr>
            <a:r>
              <a:rPr sz="1950" b="1">
                <a:solidFill>
                  <a:srgbClr val="003366"/>
                </a:solidFill>
                <a:latin typeface="Roboto Black"/>
                <a:ea typeface="Roboto Black"/>
                <a:cs typeface="Roboto Black"/>
              </a:rPr>
              <a:t>Loại:</a:t>
            </a:r>
            <a:r>
              <a:rPr sz="1950" b="0">
                <a:solidFill>
                  <a:srgbClr val="222222"/>
                </a:solidFill>
                <a:latin typeface="Roboto Medium"/>
                <a:ea typeface="Roboto Medium"/>
                <a:cs typeface="Roboto Medium"/>
              </a:rPr>
              <a:t xml:space="preserve"> phương pháp phòng thủ</a:t>
            </a:r>
          </a:p>
          <a:p>
            <a:pPr>
              <a:spcBef>
                <a:spcPts val="1300"/>
              </a:spcBef>
              <a:spcAft>
                <a:spcPts val="0"/>
              </a:spcAft>
              <a:buNone/>
            </a:pPr>
            <a:r>
              <a:rPr sz="1950" b="1">
                <a:solidFill>
                  <a:srgbClr val="003366"/>
                </a:solidFill>
                <a:latin typeface="Roboto Black"/>
                <a:ea typeface="Roboto Black"/>
                <a:cs typeface="Roboto Black"/>
              </a:rPr>
              <a:t>Mối đe dọa:</a:t>
            </a:r>
            <a:r>
              <a:rPr sz="1950" b="0">
                <a:solidFill>
                  <a:srgbClr val="222222"/>
                </a:solidFill>
                <a:latin typeface="Roboto Medium"/>
                <a:ea typeface="Roboto Medium"/>
                <a:cs typeface="Roboto Medium"/>
              </a:rPr>
              <a:t xml:space="preserve"> kẻ tấn công bên ngoài</a:t>
            </a:r>
          </a:p>
          <a:p>
            <a:pPr>
              <a:spcBef>
                <a:spcPts val="1300"/>
              </a:spcBef>
              <a:spcAft>
                <a:spcPts val="0"/>
              </a:spcAft>
              <a:buNone/>
            </a:pPr>
            <a:r>
              <a:rPr sz="1950" b="1">
                <a:solidFill>
                  <a:srgbClr val="003366"/>
                </a:solidFill>
                <a:latin typeface="Roboto Black"/>
                <a:ea typeface="Roboto Black"/>
                <a:cs typeface="Roboto Black"/>
              </a:rPr>
              <a:t>Bảo vệ:</a:t>
            </a:r>
            <a:r>
              <a:rPr sz="1950" b="0">
                <a:solidFill>
                  <a:srgbClr val="222222"/>
                </a:solidFill>
                <a:latin typeface="Roboto Medium"/>
                <a:ea typeface="Roboto Medium"/>
                <a:cs typeface="Roboto Medium"/>
              </a:rPr>
              <a:t xml:space="preserve"> bí mật của topology</a:t>
            </a:r>
          </a:p>
          <a:p>
            <a:pPr>
              <a:spcBef>
                <a:spcPts val="1300"/>
              </a:spcBef>
              <a:spcAft>
                <a:spcPts val="0"/>
              </a:spcAft>
              <a:buNone/>
            </a:pPr>
            <a:r>
              <a:rPr sz="1950" b="1">
                <a:solidFill>
                  <a:srgbClr val="003366"/>
                </a:solidFill>
                <a:latin typeface="Roboto Black"/>
                <a:ea typeface="Roboto Black"/>
                <a:cs typeface="Roboto Black"/>
              </a:rPr>
              <a:t>Kết quả:</a:t>
            </a:r>
            <a:r>
              <a:rPr sz="1950" b="0">
                <a:solidFill>
                  <a:srgbClr val="222222"/>
                </a:solidFill>
                <a:latin typeface="Roboto Medium"/>
                <a:ea typeface="Roboto Medium"/>
                <a:cs typeface="Roboto Medium"/>
              </a:rPr>
              <a:t xml:space="preserve"> AUC tấn công còn 0.64–0.68</a:t>
            </a:r>
          </a:p>
        </p:txBody>
      </p:sp>
      <p:sp>
        <p:nvSpPr>
          <p:cNvPr id="24" name="Card 24"/>
          <p:cNvSpPr/>
          <p:nvPr/>
        </p:nvSpPr>
        <p:spPr>
          <a:xfrm>
            <a:off x="6231636" y="914400"/>
            <a:ext cx="5545836" cy="3291840"/>
          </a:xfrm>
          <a:prstGeom prst="rect">
            <a:avLst/>
          </a:prstGeom>
          <a:solidFill>
            <a:srgbClr val="FCF4F4"/>
          </a:solidFill>
          <a:ln w="9525">
            <a:solidFill>
              <a:srgbClr val="EBCBCB"/>
            </a:solidFill>
          </a:ln>
          <a:effectLst/>
        </p:spPr>
        <p:txBody>
          <a:bodyPr wrap="square" rtlCol="0" anchor="ctr" lIns="73152" rIns="73152" tIns="36576" bIns="36576"/>
          <a:lstStyle/>
          <a:p/>
        </p:txBody>
      </p:sp>
      <p:sp>
        <p:nvSpPr>
          <p:cNvPr id="25" name="Card bar 25"/>
          <p:cNvSpPr/>
          <p:nvPr/>
        </p:nvSpPr>
        <p:spPr>
          <a:xfrm>
            <a:off x="6231636" y="914400"/>
            <a:ext cx="5545836" cy="54864"/>
          </a:xfrm>
          <a:prstGeom prst="rect">
            <a:avLst/>
          </a:prstGeom>
          <a:solidFill>
            <a:srgbClr val="C00000"/>
          </a:solidFill>
          <a:ln>
            <a:noFill/>
          </a:ln>
          <a:effectLst/>
        </p:spPr>
        <p:txBody>
          <a:bodyPr wrap="square" rtlCol="0" anchor="ctr" lIns="73152" rIns="73152" tIns="36576" bIns="36576"/>
          <a:lstStyle/>
          <a:p/>
        </p:txBody>
      </p:sp>
      <p:sp>
        <p:nvSpPr>
          <p:cNvPr id="26" name="TextBox 26"/>
          <p:cNvSpPr txBox="1"/>
          <p:nvPr/>
        </p:nvSpPr>
        <p:spPr>
          <a:xfrm>
            <a:off x="6414516" y="1024128"/>
            <a:ext cx="5180076" cy="3108960"/>
          </a:xfrm>
          <a:prstGeom prst="rect">
            <a:avLst/>
          </a:prstGeom>
          <a:noFill/>
        </p:spPr>
        <p:txBody>
          <a:bodyPr wrap="square" anchor="t" lIns="45720" rIns="45720" tIns="18288" bIns="18288"/>
          <a:lstStyle/>
          <a:p>
            <a:pPr>
              <a:spcBef>
                <a:spcPts val="0"/>
              </a:spcBef>
              <a:spcAft>
                <a:spcPts val="0"/>
              </a:spcAft>
              <a:buNone/>
            </a:pPr>
            <a:r>
              <a:rPr sz="2600" b="1">
                <a:solidFill>
                  <a:srgbClr val="C00000"/>
                </a:solidFill>
                <a:latin typeface="Roboto Black"/>
                <a:ea typeface="Roboto Black"/>
                <a:cs typeface="Roboto Black"/>
              </a:rPr>
              <a:t>TIDE</a:t>
            </a:r>
          </a:p>
          <a:p>
            <a:pPr>
              <a:spcBef>
                <a:spcPts val="1300"/>
              </a:spcBef>
              <a:spcAft>
                <a:spcPts val="0"/>
              </a:spcAft>
              <a:buNone/>
            </a:pPr>
            <a:r>
              <a:rPr sz="1950" b="1">
                <a:solidFill>
                  <a:srgbClr val="003366"/>
                </a:solidFill>
                <a:latin typeface="Roboto Black"/>
                <a:ea typeface="Roboto Black"/>
                <a:cs typeface="Roboto Black"/>
              </a:rPr>
              <a:t>Loại:</a:t>
            </a:r>
            <a:r>
              <a:rPr sz="1950" b="0">
                <a:solidFill>
                  <a:srgbClr val="222222"/>
                </a:solidFill>
                <a:latin typeface="Roboto Medium"/>
                <a:ea typeface="Roboto Medium"/>
                <a:cs typeface="Roboto Medium"/>
              </a:rPr>
              <a:t xml:space="preserve"> khung đánh giá</a:t>
            </a:r>
          </a:p>
          <a:p>
            <a:pPr>
              <a:spcBef>
                <a:spcPts val="1300"/>
              </a:spcBef>
              <a:spcAft>
                <a:spcPts val="0"/>
              </a:spcAft>
              <a:buNone/>
            </a:pPr>
            <a:r>
              <a:rPr sz="1950" b="1">
                <a:solidFill>
                  <a:srgbClr val="003366"/>
                </a:solidFill>
                <a:latin typeface="Roboto Black"/>
                <a:ea typeface="Roboto Black"/>
                <a:cs typeface="Roboto Black"/>
              </a:rPr>
              <a:t>Mối đe dọa:</a:t>
            </a:r>
            <a:r>
              <a:rPr sz="1950" b="0">
                <a:solidFill>
                  <a:srgbClr val="222222"/>
                </a:solidFill>
                <a:latin typeface="Roboto Medium"/>
                <a:ea typeface="Roboto Medium"/>
                <a:cs typeface="Roboto Medium"/>
              </a:rPr>
              <a:t xml:space="preserve"> một agent nói dối bên trong</a:t>
            </a:r>
          </a:p>
          <a:p>
            <a:pPr>
              <a:spcBef>
                <a:spcPts val="1300"/>
              </a:spcBef>
              <a:spcAft>
                <a:spcPts val="0"/>
              </a:spcAft>
              <a:buNone/>
            </a:pPr>
            <a:r>
              <a:rPr sz="1950" b="1">
                <a:solidFill>
                  <a:srgbClr val="003366"/>
                </a:solidFill>
                <a:latin typeface="Roboto Black"/>
                <a:ea typeface="Roboto Black"/>
                <a:cs typeface="Roboto Black"/>
              </a:rPr>
              <a:t>Bảo vệ:</a:t>
            </a:r>
            <a:r>
              <a:rPr sz="1950" b="0">
                <a:solidFill>
                  <a:srgbClr val="222222"/>
                </a:solidFill>
                <a:latin typeface="Roboto Medium"/>
                <a:ea typeface="Roboto Medium"/>
                <a:cs typeface="Roboto Medium"/>
              </a:rPr>
              <a:t xml:space="preserve"> kết luận đúng của cả nhóm</a:t>
            </a:r>
          </a:p>
          <a:p>
            <a:pPr>
              <a:spcBef>
                <a:spcPts val="1300"/>
              </a:spcBef>
              <a:spcAft>
                <a:spcPts val="0"/>
              </a:spcAft>
              <a:buNone/>
            </a:pPr>
            <a:r>
              <a:rPr sz="1950" b="1">
                <a:solidFill>
                  <a:srgbClr val="003366"/>
                </a:solidFill>
                <a:latin typeface="Roboto Black"/>
                <a:ea typeface="Roboto Black"/>
                <a:cs typeface="Roboto Black"/>
              </a:rPr>
              <a:t>Kết quả:</a:t>
            </a:r>
            <a:r>
              <a:rPr sz="1950" b="0">
                <a:solidFill>
                  <a:srgbClr val="222222"/>
                </a:solidFill>
                <a:latin typeface="Roboto Medium"/>
                <a:ea typeface="Roboto Medium"/>
                <a:cs typeface="Roboto Medium"/>
              </a:rPr>
              <a:t xml:space="preserve"> chọn đúng 72.5% → 14.2%</a:t>
            </a:r>
          </a:p>
        </p:txBody>
      </p:sp>
      <p:sp>
        <p:nvSpPr>
          <p:cNvPr id="27" name="Shape 27"/>
          <p:cNvSpPr/>
          <p:nvPr/>
        </p:nvSpPr>
        <p:spPr>
          <a:xfrm>
            <a:off x="411480" y="4434840"/>
            <a:ext cx="11365992" cy="1463040"/>
          </a:xfrm>
          <a:prstGeom prst="rect">
            <a:avLst/>
          </a:prstGeom>
          <a:solidFill>
            <a:srgbClr val="EEF3FA"/>
          </a:solidFill>
          <a:ln>
            <a:noFill/>
          </a:ln>
          <a:effectLst/>
        </p:spPr>
        <p:txBody>
          <a:bodyPr wrap="square" rtlCol="0" anchor="ctr" lIns="182880" rIns="182880" tIns="91440" bIns="91440"/>
          <a:lstStyle/>
          <a:p>
            <a:pPr>
              <a:spcBef>
                <a:spcPts val="0"/>
              </a:spcBef>
              <a:spcAft>
                <a:spcPts val="0"/>
              </a:spcAft>
              <a:buNone/>
            </a:pPr>
            <a:r>
              <a:rPr sz="2100" b="1">
                <a:solidFill>
                  <a:srgbClr val="003366"/>
                </a:solidFill>
                <a:latin typeface="Roboto Black"/>
                <a:ea typeface="Roboto Black"/>
                <a:cs typeface="Roboto Black"/>
              </a:rPr>
              <a:t>Bổ sung cho nhau:</a:t>
            </a:r>
            <a:r>
              <a:rPr sz="2100" b="0">
                <a:solidFill>
                  <a:srgbClr val="222222"/>
                </a:solidFill>
                <a:latin typeface="Roboto Medium"/>
                <a:ea typeface="Roboto Medium"/>
                <a:cs typeface="Roboto Medium"/>
              </a:rPr>
              <a:t xml:space="preserve"> TIDE cho thấy thông tin sai đã lọt vào thì thảo luận khó sửa; MIRAGE khiến kẻ tấn công khó biết nên chèn thông tin sai vào agent nào.</a:t>
            </a:r>
          </a:p>
          <a:p>
            <a:pPr>
              <a:spcBef>
                <a:spcPts val="400"/>
              </a:spcBef>
              <a:spcAft>
                <a:spcPts val="0"/>
              </a:spcAft>
              <a:buNone/>
            </a:pPr>
            <a:r>
              <a:rPr sz="2100" b="1">
                <a:solidFill>
                  <a:srgbClr val="C00000"/>
                </a:solidFill>
                <a:latin typeface="Roboto Black"/>
                <a:ea typeface="Roboto Black"/>
                <a:cs typeface="Roboto Black"/>
              </a:rPr>
              <a:t>Còn thiếu:</a:t>
            </a:r>
            <a:r>
              <a:rPr sz="2100" b="0">
                <a:solidFill>
                  <a:srgbClr val="222222"/>
                </a:solidFill>
                <a:latin typeface="Roboto Medium"/>
                <a:ea typeface="Roboto Medium"/>
                <a:cs typeface="Roboto Medium"/>
              </a:rPr>
              <a:t xml:space="preserve"> cách </a:t>
            </a:r>
            <a:r>
              <a:rPr sz="2100" b="0" i="1">
                <a:solidFill>
                  <a:srgbClr val="222222"/>
                </a:solidFill>
                <a:latin typeface="Roboto Medium"/>
                <a:ea typeface="Roboto Medium"/>
                <a:cs typeface="Roboto Medium"/>
              </a:rPr>
              <a:t>khôi phục</a:t>
            </a:r>
            <a:r>
              <a:rPr sz="2100" b="0">
                <a:solidFill>
                  <a:srgbClr val="222222"/>
                </a:solidFill>
                <a:latin typeface="Roboto Medium"/>
                <a:ea typeface="Roboto Medium"/>
                <a:cs typeface="Roboto Medium"/>
              </a:rPr>
              <a:t xml:space="preserve"> sự thật sau khi hệ thống đã bị tấn công.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7.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8.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9.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87</TotalTime>
  <Words>12165</Words>
  <Application>Microsoft Macintosh PowerPoint</Application>
  <DocSecurity>0</DocSecurity>
  <PresentationFormat>Widescreen</PresentationFormat>
  <Paragraphs>998</Paragraphs>
  <Slides>34</Slides>
  <Notes>34</Notes>
  <HiddenSlides>0</HiddenSlides>
  <MMClips>0</MMClips>
  <ScaleCrop>false</ScaleCrop>
  <HeadingPairs>
    <vt:vector size="6" baseType="variant">
      <vt:variant>
        <vt:lpstr>Fonts Used</vt:lpstr>
      </vt:variant>
      <vt:variant>
        <vt:i4>8</vt:i4>
      </vt:variant>
      <vt:variant>
        <vt:lpstr>Theme</vt:lpstr>
      </vt:variant>
      <vt:variant>
        <vt:i4>8</vt:i4>
      </vt:variant>
      <vt:variant>
        <vt:lpstr>Slide Titles</vt:lpstr>
      </vt:variant>
      <vt:variant>
        <vt:i4>34</vt:i4>
      </vt:variant>
    </vt:vector>
  </HeadingPairs>
  <TitlesOfParts>
    <vt:vector size="50" baseType="lpstr">
      <vt:lpstr>Arial</vt:lpstr>
      <vt:lpstr>Calibri</vt:lpstr>
      <vt:lpstr>Lato</vt:lpstr>
      <vt:lpstr>Roboto</vt:lpstr>
      <vt:lpstr>Roboto Black</vt:lpstr>
      <vt:lpstr>Roboto Medium</vt:lpstr>
      <vt:lpstr>Symbol</vt:lpstr>
      <vt:lpstr>Wingdings</vt:lpstr>
      <vt:lpstr>Office Theme</vt:lpstr>
      <vt:lpstr>Office Theme</vt:lpstr>
      <vt:lpstr>Office Theme</vt:lpstr>
      <vt:lpstr>Office Theme</vt:lpstr>
      <vt:lpstr>Office Theme</vt:lpstr>
      <vt:lpstr>Office Theme</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Tran Xuan Huong 20240618P</cp:lastModifiedBy>
  <cp:revision>13</cp:revision>
  <dcterms:created xsi:type="dcterms:W3CDTF">2026-10-17T12:46:23Z</dcterms:created>
  <dcterms:modified xsi:type="dcterms:W3CDTF">2026-10-19T02:10:07Z</dcterms:modified>
</cp:coreProperties>
</file>